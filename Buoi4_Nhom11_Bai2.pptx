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258" r:id="rId3"/>
    <p:sldId id="259" r:id="rId4"/>
    <p:sldId id="260" r:id="rId5"/>
    <p:sldId id="261" r:id="rId6"/>
    <p:sldId id="262" r:id="rId7"/>
    <p:sldId id="264" r:id="rId8"/>
    <p:sldId id="266" r:id="rId9"/>
    <p:sldId id="267" r:id="rId10"/>
    <p:sldId id="268" r:id="rId11"/>
    <p:sldId id="269" r:id="rId12"/>
    <p:sldId id="270" r:id="rId13"/>
    <p:sldId id="271" r:id="rId14"/>
    <p:sldId id="272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D66941-BB8E-4435-AB7C-0688D0C948AE}" type="datetimeFigureOut">
              <a:rPr lang="en-US" smtClean="0"/>
              <a:t>25/09/2026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C08213-0F7B-4057-89D0-AA73F48D9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02243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9790DD-1FD0-4201-B452-68E349F6C20E}" type="datetimeFigureOut">
              <a:rPr lang="en-US" smtClean="0"/>
              <a:t>25/09/2026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68EDF-4A01-422E-B333-AB4C26C27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885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12E00-AC54-4AFD-BD50-FD886BF0C7D3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>
            <a:lvl1pPr>
              <a:defRPr sz="2000" b="1">
                <a:latin typeface="+mj-lt"/>
              </a:defRPr>
            </a:lvl1pPr>
          </a:lstStyle>
          <a:p>
            <a:r>
              <a:rPr lang="vi-VN" smtClean="0"/>
              <a:t>Giới thiệu Đại học Cần </a:t>
            </a:r>
            <a:r>
              <a:rPr lang="vi-VN" sz="2400" smtClean="0"/>
              <a:t>Thơ</a:t>
            </a:r>
            <a:endParaRPr lang="en-US" smtClean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4CCEB-B186-4B58-921D-5ADD5E8F1505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C35D2-7FEE-40B3-BB91-55545B96A772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3E7E0-48E7-4910-B838-8F6E48B7F4FC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F3BB85-5A09-4F5A-9710-676319BC7939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683F6B-FB7E-4CA9-807E-00C97B1C78A1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B807B-66FE-4DE7-8D4C-5ABD0847C2D1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1BAB9-AE4C-4ED2-9965-73FDCAD66EAB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7635A-44C9-4642-97FC-F6AB6CBF3C9D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DD61E-71BF-452F-8CF6-6114556E1E05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629BC-5F37-4019-A43C-0C94F71157D8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51E1E-A2EC-48E0-B9CA-D662BCB03660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189E8-5125-4DE6-8681-01C3FC775BFF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BE9D7-367B-4602-9BF2-CA5929D64899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24564-5C5F-4D23-9861-843B30906688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93413-8A0E-43DF-AAF2-91EA3A399C56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6D21C-0094-49C8-BA02-FC223D34B150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D152465-A4AB-4F5D-805C-AA7CB2B629B8}" type="datetime1">
              <a:rPr lang="en-US" smtClean="0"/>
              <a:t>25/09/2026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0">
            <a:clrChange>
              <a:clrFrom>
                <a:srgbClr val="262626">
                  <a:alpha val="14902"/>
                </a:srgbClr>
              </a:clrFrom>
              <a:clrTo>
                <a:srgbClr val="262626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4356" y="626381"/>
            <a:ext cx="1683475" cy="1683060"/>
          </a:xfrm>
          <a:prstGeom prst="rect">
            <a:avLst/>
          </a:prstGeom>
        </p:spPr>
      </p:pic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>
            <a:lvl1pPr>
              <a:defRPr sz="2400" b="1">
                <a:latin typeface="+mj-lt"/>
              </a:defRPr>
            </a:lvl1pPr>
          </a:lstStyle>
          <a:p>
            <a:r>
              <a:rPr lang="vi-VN" smtClean="0"/>
              <a:t>Giới thiệu Đại học Cần Thơ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200" b="1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3200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Times New Roman" panose="02020603050405020304" pitchFamily="18" charset="0"/>
        <a:buChar char="-"/>
        <a:tabLst>
          <a:tab pos="1074738" algn="l"/>
        </a:tabLst>
        <a:defRPr sz="2800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Times New Roman" panose="02020603050405020304" pitchFamily="18" charset="0"/>
        <a:buChar char="+"/>
        <a:defRPr sz="2400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Wingdings" panose="05000000000000000000" pitchFamily="2" charset="2"/>
        <a:buChar char="§"/>
        <a:defRPr sz="2200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171700" indent="-3429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Wingdings" panose="05000000000000000000" pitchFamily="2" charset="2"/>
        <a:buChar char="ü"/>
        <a:defRPr sz="2000" kern="1200" cap="all" baseline="0">
          <a:solidFill>
            <a:schemeClr val="tx1"/>
          </a:solidFill>
          <a:effectLst/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it.ctu.edu.vn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ĐẠI HỌC CẦN THƠ – quÁ TRÌNH HÌNH THÀNH VÀ PHÁT TRIỂN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mtClean="0"/>
              <a:t>TS. NguyễN văn a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z="2400" smtClean="0"/>
              <a:t>Giới thiệu Đại học Cần Thơ</a:t>
            </a:r>
            <a:endParaRPr lang="en-US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266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Nội dung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/>
              <a:t>Thời kỳ học viện đại học cần thơ (1966 – 1975)</a:t>
            </a:r>
          </a:p>
          <a:p>
            <a:r>
              <a:rPr lang="en-US"/>
              <a:t>Dhct giai đoạn sau 1975</a:t>
            </a:r>
          </a:p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236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Thời kỳ viện đại học cần thơ (1966 – 1975)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US" smtClean="0"/>
              <a:t>Được thành lập ngày 31 tháng 03 năm 1966</a:t>
            </a:r>
          </a:p>
          <a:p>
            <a:r>
              <a:rPr lang="en-US" smtClean="0"/>
              <a:t>Viện đại học cần thơ có 4 khoa</a:t>
            </a:r>
          </a:p>
          <a:p>
            <a:pPr lvl="1"/>
            <a:r>
              <a:rPr lang="en-US" smtClean="0"/>
              <a:t>Khoa học</a:t>
            </a:r>
          </a:p>
          <a:p>
            <a:pPr lvl="1"/>
            <a:r>
              <a:rPr lang="en-US" smtClean="0"/>
              <a:t>Luật khoa</a:t>
            </a:r>
          </a:p>
          <a:p>
            <a:pPr lvl="1"/>
            <a:r>
              <a:rPr lang="en-US" smtClean="0"/>
              <a:t>Khoa học xã hội, văn khoa, sư phạm </a:t>
            </a:r>
          </a:p>
          <a:p>
            <a:pPr lvl="1"/>
            <a:r>
              <a:rPr lang="en-US" smtClean="0"/>
              <a:t>Cao đẳng nông nghiệp và trung tâm sinh ngữ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24535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US" smtClean="0"/>
              <a:t>Cơ sở vật chất của viện đại học cần thơ tọa lạc trên 4 địa điểm</a:t>
            </a:r>
          </a:p>
          <a:p>
            <a:pPr lvl="1"/>
            <a:r>
              <a:rPr lang="en-US" smtClean="0"/>
              <a:t>Tòa viện trưởng (số 5, đại lộ hòa bình)</a:t>
            </a:r>
          </a:p>
          <a:p>
            <a:pPr lvl="1"/>
            <a:r>
              <a:rPr lang="en-US" smtClean="0"/>
              <a:t>Khu I: (đường 30/4)</a:t>
            </a:r>
          </a:p>
          <a:p>
            <a:pPr lvl="1"/>
            <a:r>
              <a:rPr lang="en-US" smtClean="0"/>
              <a:t>Khu II: (Đường 3/2)</a:t>
            </a:r>
          </a:p>
          <a:p>
            <a:pPr lvl="1"/>
            <a:r>
              <a:rPr lang="en-US" smtClean="0"/>
              <a:t>Khu III: (số 1, lý tự trọng)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 smtClean="0"/>
              <a:t>Thời kỳ viện đại học cần thơ (1966 – 1975)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81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vi-VN"/>
              <a:t>VIỆN ĐẠI HỌC CẦN THƠ ĐƯỢC ĐỔI THÀNH </a:t>
            </a:r>
            <a:r>
              <a:rPr lang="vi-VN" smtClean="0"/>
              <a:t>ĐHCT</a:t>
            </a:r>
            <a:endParaRPr lang="en-US" smtClean="0"/>
          </a:p>
          <a:p>
            <a:r>
              <a:rPr lang="vi-VN"/>
              <a:t>CƠ CẤU ĐHCT HIỆN </a:t>
            </a:r>
            <a:r>
              <a:rPr lang="vi-VN" smtClean="0"/>
              <a:t>NAY</a:t>
            </a:r>
            <a:endParaRPr lang="en-US"/>
          </a:p>
          <a:p>
            <a:pPr lvl="1"/>
            <a:r>
              <a:rPr lang="en-US" smtClean="0"/>
              <a:t>Khoa – viện</a:t>
            </a:r>
          </a:p>
          <a:p>
            <a:pPr lvl="1"/>
            <a:r>
              <a:rPr lang="en-US"/>
              <a:t>TRUNG TÂM - TRUNG TÂM ĐÀO </a:t>
            </a:r>
            <a:r>
              <a:rPr lang="en-US" smtClean="0"/>
              <a:t>TẠO</a:t>
            </a:r>
          </a:p>
          <a:p>
            <a:pPr lvl="1"/>
            <a:r>
              <a:rPr lang="en-US"/>
              <a:t>PHÒNG BAN CHỨC </a:t>
            </a:r>
            <a:r>
              <a:rPr lang="en-US" smtClean="0"/>
              <a:t>NĂNG</a:t>
            </a:r>
          </a:p>
          <a:p>
            <a:pPr lvl="1"/>
            <a:r>
              <a:rPr lang="en-US"/>
              <a:t>ĐOÀN THỂ &amp; HỘI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5799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KHOA KHOA HỌC TỰ </a:t>
            </a:r>
            <a:r>
              <a:rPr lang="en-US" b="1" smtClean="0">
                <a:solidFill>
                  <a:srgbClr val="FF0000"/>
                </a:solidFill>
              </a:rPr>
              <a:t>NHIÊN</a:t>
            </a:r>
          </a:p>
          <a:p>
            <a:pPr lvl="1"/>
            <a:r>
              <a:rPr lang="vi-VN" smtClean="0"/>
              <a:t>NGÀY 14/1/1998, TRƯỜNG ĐHCT KHÁNH THÀNH KHOA KHOA HỌC</a:t>
            </a:r>
            <a:endParaRPr lang="en-US" smtClean="0"/>
          </a:p>
          <a:p>
            <a:pPr lvl="1"/>
            <a:r>
              <a:rPr lang="vi-VN" smtClean="0"/>
              <a:t>CƠ SỞ VẬT CHẤT</a:t>
            </a:r>
            <a:endParaRPr lang="en-US" smtClean="0"/>
          </a:p>
          <a:p>
            <a:pPr lvl="2"/>
            <a:r>
              <a:rPr lang="en-US" smtClean="0"/>
              <a:t>12 PHÒNG THÍ NGHIỆM (PTN) CHO SINH, HÓA, VẬT LÝ</a:t>
            </a:r>
          </a:p>
          <a:p>
            <a:pPr lvl="2"/>
            <a:r>
              <a:rPr lang="vi-VN" smtClean="0"/>
              <a:t>06 PHÒNG MÁY TÍNH ĐƯỢC NỐI MẠNG VỚI NHAU</a:t>
            </a:r>
            <a:endParaRPr lang="en-US" smtClean="0"/>
          </a:p>
          <a:p>
            <a:pPr marL="1371600" lvl="3" indent="0">
              <a:buNone/>
            </a:pPr>
            <a:endParaRPr lang="en-US">
              <a:solidFill>
                <a:srgbClr val="FF000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6713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KHOA KHOA HỌC TỰ </a:t>
            </a:r>
            <a:r>
              <a:rPr lang="en-US" b="1" smtClean="0">
                <a:solidFill>
                  <a:srgbClr val="FF0000"/>
                </a:solidFill>
              </a:rPr>
              <a:t>NHIÊN</a:t>
            </a:r>
          </a:p>
          <a:p>
            <a:pPr lvl="1"/>
            <a:r>
              <a:rPr lang="vi-VN"/>
              <a:t>CƠ SỞ VẬT CHẤT</a:t>
            </a:r>
            <a:endParaRPr lang="en-US" smtClean="0"/>
          </a:p>
          <a:p>
            <a:pPr lvl="2"/>
            <a:r>
              <a:rPr lang="vi-VN"/>
              <a:t>VP KHOA VÀ XƯỞNG SỬA </a:t>
            </a:r>
            <a:r>
              <a:rPr lang="vi-VN" smtClean="0"/>
              <a:t>CHỮA</a:t>
            </a:r>
            <a:endParaRPr lang="en-US" smtClean="0">
              <a:solidFill>
                <a:srgbClr val="FF0000"/>
              </a:solidFill>
            </a:endParaRPr>
          </a:p>
          <a:p>
            <a:pPr lvl="2"/>
            <a:r>
              <a:rPr lang="vi-VN"/>
              <a:t>NĂM 2010, TRƯỜNG ĐÃ ĐẦU TƯ MỞ RỘNG KHU PTN CỦA </a:t>
            </a:r>
            <a:r>
              <a:rPr lang="vi-VN" smtClean="0"/>
              <a:t>KHOA</a:t>
            </a:r>
            <a:endParaRPr lang="en-US" smtClean="0"/>
          </a:p>
          <a:p>
            <a:pPr lvl="2"/>
            <a:r>
              <a:rPr lang="en-US"/>
              <a:t>XÂY MỚI KHU NHÀ 3 TẦNG VỚI 22 PHÒNG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5256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KHOA KHOA HỌC TỰ </a:t>
            </a:r>
            <a:r>
              <a:rPr lang="en-US" b="1" smtClean="0">
                <a:solidFill>
                  <a:srgbClr val="FF0000"/>
                </a:solidFill>
              </a:rPr>
              <a:t>NHIÊN</a:t>
            </a:r>
          </a:p>
          <a:p>
            <a:pPr lvl="1"/>
            <a:r>
              <a:rPr lang="en-US"/>
              <a:t>KHOA KHTN HIỆN NAY GỒM 04 BỘ MÔN</a:t>
            </a:r>
          </a:p>
          <a:p>
            <a:pPr lvl="2"/>
            <a:r>
              <a:rPr lang="en-US"/>
              <a:t>BỘ MÔN SINH </a:t>
            </a:r>
            <a:r>
              <a:rPr lang="en-US" smtClean="0"/>
              <a:t>HỌC</a:t>
            </a:r>
          </a:p>
          <a:p>
            <a:pPr lvl="2"/>
            <a:r>
              <a:rPr lang="en-US"/>
              <a:t>BỘ MÔN HÓA </a:t>
            </a:r>
            <a:r>
              <a:rPr lang="en-US" smtClean="0"/>
              <a:t>HỌC</a:t>
            </a:r>
          </a:p>
          <a:p>
            <a:pPr lvl="2"/>
            <a:r>
              <a:rPr lang="en-US"/>
              <a:t>BỘ MÔN </a:t>
            </a:r>
            <a:r>
              <a:rPr lang="en-US" smtClean="0"/>
              <a:t>toán HỌC</a:t>
            </a:r>
          </a:p>
          <a:p>
            <a:pPr lvl="2"/>
            <a:r>
              <a:rPr lang="en-US"/>
              <a:t>BỘ MÔN </a:t>
            </a:r>
            <a:r>
              <a:rPr lang="en-US" smtClean="0"/>
              <a:t>vật lý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7215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KHOA KHOA HỌC TỰ </a:t>
            </a:r>
            <a:r>
              <a:rPr lang="en-US" b="1" smtClean="0">
                <a:solidFill>
                  <a:srgbClr val="FF0000"/>
                </a:solidFill>
              </a:rPr>
              <a:t>NHIÊN</a:t>
            </a:r>
          </a:p>
          <a:p>
            <a:pPr lvl="1"/>
            <a:r>
              <a:rPr lang="en-US"/>
              <a:t>CÔNG TÁC ĐÀO </a:t>
            </a:r>
            <a:r>
              <a:rPr lang="en-US" smtClean="0"/>
              <a:t>TẠO</a:t>
            </a:r>
          </a:p>
          <a:p>
            <a:pPr lvl="2"/>
            <a:r>
              <a:rPr lang="en-US"/>
              <a:t>ĐẠI HỌC: </a:t>
            </a:r>
            <a:r>
              <a:rPr lang="en-US" smtClean="0"/>
              <a:t>…..</a:t>
            </a:r>
          </a:p>
          <a:p>
            <a:pPr lvl="2"/>
            <a:r>
              <a:rPr lang="en-US"/>
              <a:t>SĐH: </a:t>
            </a:r>
            <a:r>
              <a:rPr lang="en-US" smtClean="0"/>
              <a:t>....</a:t>
            </a:r>
          </a:p>
          <a:p>
            <a:pPr lvl="1"/>
            <a:r>
              <a:rPr lang="en-US"/>
              <a:t>CÔNG TÁC NCKH, BÁO CÁO CHUYÊN ĐỀ: </a:t>
            </a:r>
            <a:r>
              <a:rPr lang="en-US" smtClean="0"/>
              <a:t>….</a:t>
            </a:r>
          </a:p>
          <a:p>
            <a:pPr lvl="1"/>
            <a:r>
              <a:rPr lang="vi-VN"/>
              <a:t>CÔNG TÁC ĐÀO TẠO VÀ BỒI DƯỠNG CÁN BỘ: </a:t>
            </a:r>
            <a:r>
              <a:rPr lang="en-US" smtClean="0"/>
              <a:t>…..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9540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356375"/>
          </a:xfrm>
        </p:spPr>
        <p:txBody>
          <a:bodyPr>
            <a:normAutofit fontScale="92500"/>
          </a:bodyPr>
          <a:lstStyle/>
          <a:p>
            <a:r>
              <a:rPr lang="en-US" b="1" smtClean="0">
                <a:solidFill>
                  <a:srgbClr val="00B0F0"/>
                </a:solidFill>
                <a:hlinkClick r:id="rId2"/>
              </a:rPr>
              <a:t>Khoa cntt &amp; tt</a:t>
            </a:r>
            <a:endParaRPr lang="en-US" b="1" smtClean="0">
              <a:solidFill>
                <a:srgbClr val="00B0F0"/>
              </a:solidFill>
            </a:endParaRPr>
          </a:p>
          <a:p>
            <a:pPr lvl="1"/>
            <a:r>
              <a:rPr lang="vi-VN"/>
              <a:t>ĐƯỢC THÀNH LẬP NĂM 1994 TRÊN CƠ SỞ TRUNG TÂM ĐIỆN TỬ VÀ TIN </a:t>
            </a:r>
            <a:r>
              <a:rPr lang="vi-VN" smtClean="0"/>
              <a:t>HỌC</a:t>
            </a:r>
            <a:endParaRPr lang="en-US" smtClean="0"/>
          </a:p>
          <a:p>
            <a:pPr lvl="1"/>
            <a:r>
              <a:rPr lang="en-US"/>
              <a:t>NHIỆM VỤ CỦA KHOA LÀ ĐÀO </a:t>
            </a:r>
            <a:r>
              <a:rPr lang="en-US" smtClean="0"/>
              <a:t>TẠO</a:t>
            </a:r>
          </a:p>
          <a:p>
            <a:pPr lvl="2"/>
            <a:r>
              <a:rPr lang="en-US"/>
              <a:t>ĐẠI HỌC VÀ SAU ĐẠI </a:t>
            </a:r>
            <a:r>
              <a:rPr lang="en-US" smtClean="0"/>
              <a:t>HỌC</a:t>
            </a:r>
          </a:p>
          <a:p>
            <a:pPr lvl="2"/>
            <a:r>
              <a:rPr lang="en-US"/>
              <a:t>NCKH VÀ CHUYỂN GIAO CÔNG NGHỆ TRONG LĨNH VỰC CNTT&amp;TT</a:t>
            </a:r>
            <a:endParaRPr lang="en-US">
              <a:solidFill>
                <a:srgbClr val="00B0F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4074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b="1" smtClean="0">
                <a:solidFill>
                  <a:srgbClr val="0070C0"/>
                </a:solidFill>
              </a:rPr>
              <a:t>Khoa cntt &amp; tt</a:t>
            </a:r>
          </a:p>
          <a:p>
            <a:pPr lvl="1"/>
            <a:r>
              <a:rPr lang="en-US"/>
              <a:t>TẦM NHÌN ĐẾN NĂM </a:t>
            </a:r>
            <a:r>
              <a:rPr lang="en-US" smtClean="0"/>
              <a:t>2020</a:t>
            </a:r>
          </a:p>
          <a:p>
            <a:pPr lvl="2"/>
            <a:r>
              <a:rPr lang="vi-VN"/>
              <a:t>ĐƠN VỊ ĐÀO TẠO </a:t>
            </a:r>
            <a:r>
              <a:rPr lang="vi-VN" smtClean="0"/>
              <a:t>VÀ</a:t>
            </a:r>
            <a:endParaRPr lang="en-US" smtClean="0"/>
          </a:p>
          <a:p>
            <a:pPr lvl="2"/>
            <a:r>
              <a:rPr lang="vi-VN"/>
              <a:t>NGHIÊN CỨU KHOA HỌC VỀ CNTT&amp;TT MẠNH CỦA CẢ NƯỚC</a:t>
            </a:r>
            <a:endParaRPr lang="en-US" smtClean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512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b="1" smtClean="0">
                <a:solidFill>
                  <a:srgbClr val="0070C0"/>
                </a:solidFill>
              </a:rPr>
              <a:t>Khoa cntt &amp; tt</a:t>
            </a:r>
          </a:p>
          <a:p>
            <a:pPr lvl="1"/>
            <a:r>
              <a:rPr lang="en-US"/>
              <a:t>CÁC BỘ MÔN VÀ TRUNG </a:t>
            </a:r>
            <a:r>
              <a:rPr lang="en-US" smtClean="0"/>
              <a:t>TÂM</a:t>
            </a:r>
          </a:p>
          <a:p>
            <a:pPr lvl="2"/>
            <a:r>
              <a:rPr lang="en-US"/>
              <a:t>BỘ MÔN HỆ THỐNG THÔNG </a:t>
            </a:r>
            <a:r>
              <a:rPr lang="en-US" smtClean="0"/>
              <a:t>TIN</a:t>
            </a:r>
          </a:p>
          <a:p>
            <a:pPr lvl="2"/>
            <a:r>
              <a:rPr lang="en-US"/>
              <a:t>BỘ MÔN MẠNG MÁY TÍNH &amp; TRUYỀN </a:t>
            </a:r>
            <a:r>
              <a:rPr lang="en-US" smtClean="0"/>
              <a:t>THÔNG</a:t>
            </a:r>
          </a:p>
          <a:p>
            <a:pPr lvl="2"/>
            <a:r>
              <a:rPr lang="en-US"/>
              <a:t>BỘ MÔN CÔNG NGHỆ PHẦN </a:t>
            </a:r>
            <a:r>
              <a:rPr lang="en-US" smtClean="0"/>
              <a:t>MỀM</a:t>
            </a:r>
          </a:p>
          <a:p>
            <a:pPr lvl="2"/>
            <a:r>
              <a:rPr lang="en-US"/>
              <a:t>BỘ MÔN KHOA HỌC MÁY TÍNH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577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ĐHCT GIAI ĐOẠN SAU NĂM 1975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b="1" smtClean="0">
                <a:solidFill>
                  <a:srgbClr val="0070C0"/>
                </a:solidFill>
              </a:rPr>
              <a:t>Khoa cntt &amp; tT</a:t>
            </a:r>
          </a:p>
          <a:p>
            <a:pPr lvl="1"/>
            <a:r>
              <a:rPr lang="en-US"/>
              <a:t>CÁC BỘ MÔN VÀ TRUNG </a:t>
            </a:r>
            <a:r>
              <a:rPr lang="en-US" smtClean="0"/>
              <a:t>TÂM</a:t>
            </a:r>
          </a:p>
          <a:p>
            <a:pPr lvl="2"/>
            <a:r>
              <a:rPr lang="en-US"/>
              <a:t>BỘ MÔN CÔNG NGHỆ THÔNG </a:t>
            </a:r>
            <a:r>
              <a:rPr lang="en-US" smtClean="0"/>
              <a:t>TIN</a:t>
            </a:r>
          </a:p>
          <a:p>
            <a:pPr lvl="2"/>
            <a:r>
              <a:rPr lang="en-US"/>
              <a:t>BỘ MÔN TIN HỌC ỨNG </a:t>
            </a:r>
            <a:r>
              <a:rPr lang="en-US" smtClean="0"/>
              <a:t>DỤNG</a:t>
            </a:r>
          </a:p>
          <a:p>
            <a:pPr lvl="2"/>
            <a:r>
              <a:rPr lang="en-US"/>
              <a:t>TỔ VĂN </a:t>
            </a:r>
            <a:r>
              <a:rPr lang="en-US" smtClean="0"/>
              <a:t>PHÒNG</a:t>
            </a:r>
          </a:p>
          <a:p>
            <a:pPr lvl="2"/>
            <a:r>
              <a:rPr lang="en-US"/>
              <a:t>TRUNG TÂM ĐIỆN TỬ &amp; TIN HỌC</a:t>
            </a:r>
          </a:p>
          <a:p>
            <a:pPr lvl="2"/>
            <a:endParaRPr lang="en-US" b="1" smtClean="0">
              <a:solidFill>
                <a:srgbClr val="0070C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0445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1642704"/>
          </a:xfrm>
        </p:spPr>
        <p:txBody>
          <a:bodyPr/>
          <a:lstStyle/>
          <a:p>
            <a:r>
              <a:rPr lang="en-US"/>
              <a:t>c</a:t>
            </a:r>
            <a:r>
              <a:rPr lang="en-US" smtClean="0"/>
              <a:t>ảm ơn sự chú ý của quý vị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vi-VN" smtClean="0"/>
              <a:t>Giới thiệu Đại học Cần Thơ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157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.potx" id="{E393DB96-F153-4CE3-BE89-33EC9F183482}" vid="{E9A4787E-C0CF-4E51-A0F2-B718901957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Buoi4_Nhom11_Bai2</Template>
  <TotalTime>2</TotalTime>
  <Words>625</Words>
  <Application>Microsoft Office PowerPoint</Application>
  <PresentationFormat>Widescreen</PresentationFormat>
  <Paragraphs>105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Times New Roman</vt:lpstr>
      <vt:lpstr>Tw Cen MT</vt:lpstr>
      <vt:lpstr>Wingdings</vt:lpstr>
      <vt:lpstr>Droplet</vt:lpstr>
      <vt:lpstr>ĐẠI HỌC CẦN THƠ – quÁ TRÌNH HÌNH THÀNH VÀ PHÁT TRIỂN</vt:lpstr>
      <vt:lpstr>Nội dung</vt:lpstr>
      <vt:lpstr>Thời kỳ viện đại học cần thơ (1966 – 1975)</vt:lpstr>
      <vt:lpstr>Thời kỳ viện đại học cần thơ (1966 – 1975)</vt:lpstr>
      <vt:lpstr>ĐHCT GIAI ĐOẠN SAU NĂM 1975</vt:lpstr>
      <vt:lpstr>ĐHCT GIAI ĐOẠN SAU NĂM 1975</vt:lpstr>
      <vt:lpstr>ĐHCT GIAI ĐOẠN SAU NĂM 1975</vt:lpstr>
      <vt:lpstr>ĐHCT GIAI ĐOẠN SAU NĂM 1975</vt:lpstr>
      <vt:lpstr>ĐHCT GIAI ĐOẠN SAU NĂM 1975</vt:lpstr>
      <vt:lpstr>ĐHCT GIAI ĐOẠN SAU NĂM 1975</vt:lpstr>
      <vt:lpstr>ĐHCT GIAI ĐOẠN SAU NĂM 1975</vt:lpstr>
      <vt:lpstr>ĐHCT GIAI ĐOẠN SAU NĂM 1975</vt:lpstr>
      <vt:lpstr>ĐHCT GIAI ĐOẠN SAU NĂM 1975</vt:lpstr>
      <vt:lpstr>cảm ơn sự chú ý của quý vị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ĐẠI HỌC CẦN THƠ – quÁ TRÌNH HÌNH THÀNH VÀ PHÁT TRIỂN</dc:title>
  <dc:creator>Windows User</dc:creator>
  <cp:lastModifiedBy>Windows User</cp:lastModifiedBy>
  <cp:revision>2</cp:revision>
  <dcterms:created xsi:type="dcterms:W3CDTF">2026-09-25T07:52:42Z</dcterms:created>
  <dcterms:modified xsi:type="dcterms:W3CDTF">2026-09-25T08:13:31Z</dcterms:modified>
</cp:coreProperties>
</file>