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D66941-BB8E-4435-AB7C-0688D0C948AE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08213-0F7B-4057-89D0-AA73F48D9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22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790DD-1FD0-4201-B452-68E349F6C20E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68EDF-4A01-422E-B333-AB4C26C2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8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2E00-AC54-4AFD-BD50-FD886BF0C7D3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000" b="1">
                <a:latin typeface="+mj-lt"/>
              </a:defRPr>
            </a:lvl1pPr>
          </a:lstStyle>
          <a:p>
            <a:r>
              <a:rPr lang="vi-VN" smtClean="0"/>
              <a:t>Giới thiệu Đại học Cần </a:t>
            </a:r>
            <a:r>
              <a:rPr lang="vi-VN" sz="2400" smtClean="0"/>
              <a:t>Thơ</a:t>
            </a:r>
            <a:endParaRPr lang="en-US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CCEB-B186-4B58-921D-5ADD5E8F1505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C35D2-7FEE-40B3-BB91-55545B96A772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E7E0-48E7-4910-B838-8F6E48B7F4FC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3BB85-5A09-4F5A-9710-676319BC7939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3F6B-FB7E-4CA9-807E-00C97B1C78A1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B807B-66FE-4DE7-8D4C-5ABD0847C2D1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BAB9-AE4C-4ED2-9965-73FDCAD66EAB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635A-44C9-4642-97FC-F6AB6CBF3C9D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D61E-71BF-452F-8CF6-6114556E1E05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29BC-5F37-4019-A43C-0C94F71157D8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1E1E-A2EC-48E0-B9CA-D662BCB03660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89E8-5125-4DE6-8681-01C3FC775BFF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E9D7-367B-4602-9BF2-CA5929D64899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4564-5C5F-4D23-9861-843B30906688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93413-8A0E-43DF-AAF2-91EA3A399C56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D21C-0094-49C8-BA02-FC223D34B150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D152465-A4AB-4F5D-805C-AA7CB2B629B8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0">
            <a:clrChange>
              <a:clrFrom>
                <a:srgbClr val="262626">
                  <a:alpha val="14902"/>
                </a:srgbClr>
              </a:clrFrom>
              <a:clrTo>
                <a:srgbClr val="26262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356" y="626381"/>
            <a:ext cx="1683475" cy="1683060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j-lt"/>
              </a:defRPr>
            </a:lvl1pPr>
          </a:lstStyle>
          <a:p>
            <a:r>
              <a:rPr lang="vi-VN" smtClean="0"/>
              <a:t>Giới thiệu Đại học Cần Thơ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-"/>
        <a:tabLst>
          <a:tab pos="1074738" algn="l"/>
        </a:tabLst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171700" indent="-3429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ĐẠI HỌC CẦN THƠ – quÁ TRÌNH HÌNH THÀNH VÀ PHÁT TRIỂN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TS. NguyễN văn 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smtClean="0"/>
              <a:t>Giới thiệu Đại học Cần Thơ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6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Thời kỳ học viện đại học cần thơ (1966 – 1975)</a:t>
            </a:r>
          </a:p>
          <a:p>
            <a:r>
              <a:rPr lang="en-US"/>
              <a:t>Dhct giai đoạn sau 1975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236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Thời kỳ viện đại học cần thơ (1966 – 1975)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Được thành lập ngày 31 tháng 03 năm 1966</a:t>
            </a:r>
          </a:p>
          <a:p>
            <a:r>
              <a:rPr lang="en-US" smtClean="0"/>
              <a:t>Viện đại học cần thơ có 4 khoa</a:t>
            </a:r>
          </a:p>
          <a:p>
            <a:pPr lvl="1"/>
            <a:r>
              <a:rPr lang="en-US" smtClean="0"/>
              <a:t>Khoa học</a:t>
            </a:r>
          </a:p>
          <a:p>
            <a:pPr lvl="1"/>
            <a:r>
              <a:rPr lang="en-US" smtClean="0"/>
              <a:t>Luật khoa</a:t>
            </a:r>
          </a:p>
          <a:p>
            <a:pPr lvl="1"/>
            <a:r>
              <a:rPr lang="en-US" smtClean="0"/>
              <a:t>Khoa học xã hội, văn khoa, sư phạm </a:t>
            </a:r>
          </a:p>
          <a:p>
            <a:pPr lvl="1"/>
            <a:r>
              <a:rPr lang="en-US" smtClean="0"/>
              <a:t>Cao đẳng nông nghiệp và trung tâm sinh ngữ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453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Cơ sở vật chất của viện đại học cần thơ tọa lạc trên 4 địa điểm</a:t>
            </a:r>
          </a:p>
          <a:p>
            <a:pPr lvl="1"/>
            <a:r>
              <a:rPr lang="en-US" smtClean="0"/>
              <a:t>Tòa viện trưởng (số 5, đại lộ hòa bình)</a:t>
            </a:r>
          </a:p>
          <a:p>
            <a:pPr lvl="1"/>
            <a:r>
              <a:rPr lang="en-US" smtClean="0"/>
              <a:t>Khu I: (đường 30/4)</a:t>
            </a:r>
          </a:p>
          <a:p>
            <a:pPr lvl="1"/>
            <a:r>
              <a:rPr lang="en-US" smtClean="0"/>
              <a:t>Khu II: (Đường 3/2)</a:t>
            </a:r>
          </a:p>
          <a:p>
            <a:pPr lvl="1"/>
            <a:r>
              <a:rPr lang="en-US" smtClean="0"/>
              <a:t>Khu III: (số 1, lý tự trọng)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Thời kỳ viện đại học cần thơ (1966 – 1975)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/>
              <a:t>VIỆN ĐẠI HỌC CẦN THƠ ĐƯỢC ĐỔI THÀNH </a:t>
            </a:r>
            <a:r>
              <a:rPr lang="vi-VN" smtClean="0"/>
              <a:t>ĐHCT</a:t>
            </a:r>
            <a:endParaRPr lang="en-US" smtClean="0"/>
          </a:p>
          <a:p>
            <a:r>
              <a:rPr lang="vi-VN"/>
              <a:t>CƠ CẤU ĐHCT HIỆN </a:t>
            </a:r>
            <a:r>
              <a:rPr lang="vi-VN" smtClean="0"/>
              <a:t>NAY</a:t>
            </a:r>
            <a:endParaRPr lang="en-US"/>
          </a:p>
          <a:p>
            <a:pPr lvl="1"/>
            <a:r>
              <a:rPr lang="en-US" smtClean="0"/>
              <a:t>Khoa – viện</a:t>
            </a:r>
          </a:p>
          <a:p>
            <a:pPr lvl="1"/>
            <a:r>
              <a:rPr lang="en-US"/>
              <a:t>TRUNG TÂM - TRUNG TÂM ĐÀO </a:t>
            </a:r>
            <a:r>
              <a:rPr lang="en-US" smtClean="0"/>
              <a:t>TẠO</a:t>
            </a:r>
          </a:p>
          <a:p>
            <a:pPr lvl="1"/>
            <a:r>
              <a:rPr lang="en-US"/>
              <a:t>PHÒNG BAN CHỨC </a:t>
            </a:r>
            <a:r>
              <a:rPr lang="en-US" smtClean="0"/>
              <a:t>NĂNG</a:t>
            </a:r>
          </a:p>
          <a:p>
            <a:pPr lvl="1"/>
            <a:r>
              <a:rPr lang="en-US"/>
              <a:t>ĐOÀN THỂ &amp; HỘI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79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FF0000"/>
                </a:solidFill>
              </a:rPr>
              <a:t>KHOA KHOA HỌC TỰ </a:t>
            </a:r>
            <a:r>
              <a:rPr lang="en-US" b="1" smtClean="0">
                <a:solidFill>
                  <a:srgbClr val="FF0000"/>
                </a:solidFill>
              </a:rPr>
              <a:t>NHIÊN</a:t>
            </a:r>
          </a:p>
          <a:p>
            <a:pPr lvl="1"/>
            <a:r>
              <a:rPr lang="vi-VN" smtClean="0"/>
              <a:t>NGÀY 14/1/1998, TRƯỜNG ĐHCT KHÁNH THÀNH KHOA KHOA HỌC</a:t>
            </a:r>
            <a:endParaRPr lang="en-US" smtClean="0"/>
          </a:p>
          <a:p>
            <a:pPr lvl="1"/>
            <a:r>
              <a:rPr lang="vi-VN" smtClean="0"/>
              <a:t>CƠ SỞ VẬT CHẤT</a:t>
            </a:r>
            <a:endParaRPr lang="en-US" smtClean="0"/>
          </a:p>
          <a:p>
            <a:pPr lvl="2"/>
            <a:r>
              <a:rPr lang="en-US" smtClean="0"/>
              <a:t>12 PHÒNG THÍ NGHIỆM (PTN) CHO SINH, HÓA, VẬT LÝ</a:t>
            </a:r>
          </a:p>
          <a:p>
            <a:pPr lvl="2"/>
            <a:r>
              <a:rPr lang="vi-VN" smtClean="0"/>
              <a:t>06 PHÒNG MÁY TÍNH ĐƯỢC NỐI MẠNG VỚI NHAU</a:t>
            </a:r>
            <a:endParaRPr lang="en-US" smtClean="0"/>
          </a:p>
          <a:p>
            <a:pPr marL="1371600" lvl="3" indent="0">
              <a:buNone/>
            </a:pPr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FF0000"/>
                </a:solidFill>
              </a:rPr>
              <a:t>KHOA KHOA HỌC TỰ </a:t>
            </a:r>
            <a:r>
              <a:rPr lang="en-US" b="1" smtClean="0">
                <a:solidFill>
                  <a:srgbClr val="FF0000"/>
                </a:solidFill>
              </a:rPr>
              <a:t>NHIÊN</a:t>
            </a:r>
          </a:p>
          <a:p>
            <a:pPr lvl="1"/>
            <a:r>
              <a:rPr lang="vi-VN"/>
              <a:t>CƠ SỞ VẬT CHẤT</a:t>
            </a:r>
            <a:endParaRPr lang="en-US" smtClean="0"/>
          </a:p>
          <a:p>
            <a:pPr lvl="2"/>
            <a:r>
              <a:rPr lang="vi-VN"/>
              <a:t>VP KHOA VÀ XƯỞNG SỬA </a:t>
            </a:r>
            <a:r>
              <a:rPr lang="vi-VN" smtClean="0"/>
              <a:t>CHỮA</a:t>
            </a:r>
            <a:endParaRPr lang="en-US" smtClean="0">
              <a:solidFill>
                <a:srgbClr val="FF0000"/>
              </a:solidFill>
            </a:endParaRPr>
          </a:p>
          <a:p>
            <a:pPr lvl="2"/>
            <a:r>
              <a:rPr lang="vi-VN"/>
              <a:t>NĂM 2010, TRƯỜNG ĐÃ ĐẦU TƯ MỞ RỘNG KHU PTN CỦA </a:t>
            </a:r>
            <a:r>
              <a:rPr lang="vi-VN" smtClean="0"/>
              <a:t>KHOA</a:t>
            </a:r>
            <a:endParaRPr lang="en-US" smtClean="0"/>
          </a:p>
          <a:p>
            <a:pPr lvl="2"/>
            <a:r>
              <a:rPr lang="en-US"/>
              <a:t>XÂY MỚI KHU NHÀ 3 TẦNG VỚI 22 PHÒNG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5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FF0000"/>
                </a:solidFill>
              </a:rPr>
              <a:t>KHOA KHOA HỌC TỰ </a:t>
            </a:r>
            <a:r>
              <a:rPr lang="en-US" b="1" smtClean="0">
                <a:solidFill>
                  <a:srgbClr val="FF0000"/>
                </a:solidFill>
              </a:rPr>
              <a:t>NHIÊN</a:t>
            </a:r>
          </a:p>
          <a:p>
            <a:pPr lvl="1"/>
            <a:r>
              <a:rPr lang="en-US"/>
              <a:t>KHOA KHTN HIỆN NAY GỒM 04 BỘ MÔN</a:t>
            </a:r>
          </a:p>
          <a:p>
            <a:pPr lvl="2"/>
            <a:r>
              <a:rPr lang="en-US"/>
              <a:t>BỘ MÔN SINH </a:t>
            </a:r>
            <a:r>
              <a:rPr lang="en-US" smtClean="0"/>
              <a:t>HỌC</a:t>
            </a:r>
          </a:p>
          <a:p>
            <a:pPr lvl="2"/>
            <a:r>
              <a:rPr lang="en-US"/>
              <a:t>BỘ MÔN HÓA </a:t>
            </a:r>
            <a:r>
              <a:rPr lang="en-US" smtClean="0"/>
              <a:t>HỌC</a:t>
            </a:r>
          </a:p>
          <a:p>
            <a:pPr lvl="2"/>
            <a:r>
              <a:rPr lang="en-US"/>
              <a:t>BỘ MÔN </a:t>
            </a:r>
            <a:r>
              <a:rPr lang="en-US" smtClean="0"/>
              <a:t>toán HỌC</a:t>
            </a:r>
          </a:p>
          <a:p>
            <a:pPr lvl="2"/>
            <a:r>
              <a:rPr lang="en-US"/>
              <a:t>BỘ MÔN </a:t>
            </a:r>
            <a:r>
              <a:rPr lang="en-US" smtClean="0"/>
              <a:t>vật lý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21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FF0000"/>
                </a:solidFill>
              </a:rPr>
              <a:t>KHOA KHOA HỌC TỰ </a:t>
            </a:r>
            <a:r>
              <a:rPr lang="en-US" b="1" smtClean="0">
                <a:solidFill>
                  <a:srgbClr val="FF0000"/>
                </a:solidFill>
              </a:rPr>
              <a:t>NHIÊN</a:t>
            </a:r>
          </a:p>
          <a:p>
            <a:pPr lvl="1"/>
            <a:r>
              <a:rPr lang="en-US"/>
              <a:t>CÔNG TÁC ĐÀO </a:t>
            </a:r>
            <a:r>
              <a:rPr lang="en-US" smtClean="0"/>
              <a:t>TẠO</a:t>
            </a:r>
          </a:p>
          <a:p>
            <a:pPr lvl="2"/>
            <a:r>
              <a:rPr lang="en-US"/>
              <a:t>ĐẠI HỌC: </a:t>
            </a:r>
            <a:r>
              <a:rPr lang="en-US" smtClean="0"/>
              <a:t>…..</a:t>
            </a:r>
          </a:p>
          <a:p>
            <a:pPr lvl="2"/>
            <a:r>
              <a:rPr lang="en-US"/>
              <a:t>SĐH: </a:t>
            </a:r>
            <a:r>
              <a:rPr lang="en-US" smtClean="0"/>
              <a:t>....</a:t>
            </a:r>
          </a:p>
          <a:p>
            <a:pPr lvl="1"/>
            <a:r>
              <a:rPr lang="en-US"/>
              <a:t>CÔNG TÁC NCKH, BÁO CÁO CHUYÊN ĐỀ: </a:t>
            </a:r>
            <a:r>
              <a:rPr lang="en-US" smtClean="0"/>
              <a:t>….</a:t>
            </a:r>
          </a:p>
          <a:p>
            <a:pPr lvl="1"/>
            <a:r>
              <a:rPr lang="vi-VN"/>
              <a:t>CÔNG TÁC ĐÀO TẠO VÀ BỒI DƯỠNG CÁN BỘ: </a:t>
            </a:r>
            <a:r>
              <a:rPr lang="en-US" smtClean="0"/>
              <a:t>…..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54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356375"/>
          </a:xfrm>
        </p:spPr>
        <p:txBody>
          <a:bodyPr>
            <a:normAutofit fontScale="92500"/>
          </a:bodyPr>
          <a:lstStyle/>
          <a:p>
            <a:r>
              <a:rPr lang="en-US" b="1" smtClean="0">
                <a:solidFill>
                  <a:srgbClr val="00B0F0"/>
                </a:solidFill>
                <a:hlinkClick r:id="rId2"/>
              </a:rPr>
              <a:t>Khoa cntt &amp; tt</a:t>
            </a:r>
            <a:endParaRPr lang="en-US" b="1" smtClean="0">
              <a:solidFill>
                <a:srgbClr val="00B0F0"/>
              </a:solidFill>
            </a:endParaRPr>
          </a:p>
          <a:p>
            <a:pPr lvl="1"/>
            <a:r>
              <a:rPr lang="vi-VN"/>
              <a:t>ĐƯỢC THÀNH LẬP NĂM 1994 TRÊN CƠ SỞ TRUNG TÂM ĐIỆN TỬ VÀ TIN </a:t>
            </a:r>
            <a:r>
              <a:rPr lang="vi-VN" smtClean="0"/>
              <a:t>HỌC</a:t>
            </a:r>
            <a:endParaRPr lang="en-US" smtClean="0"/>
          </a:p>
          <a:p>
            <a:pPr lvl="1"/>
            <a:r>
              <a:rPr lang="en-US"/>
              <a:t>NHIỆM VỤ CỦA KHOA LÀ ĐÀO </a:t>
            </a:r>
            <a:r>
              <a:rPr lang="en-US" smtClean="0"/>
              <a:t>TẠO</a:t>
            </a:r>
          </a:p>
          <a:p>
            <a:pPr lvl="2"/>
            <a:r>
              <a:rPr lang="en-US"/>
              <a:t>ĐẠI HỌC VÀ SAU ĐẠI </a:t>
            </a:r>
            <a:r>
              <a:rPr lang="en-US" smtClean="0"/>
              <a:t>HỌC</a:t>
            </a:r>
          </a:p>
          <a:p>
            <a:pPr lvl="2"/>
            <a:r>
              <a:rPr lang="en-US"/>
              <a:t>NCKH VÀ CHUYỂN GIAO CÔNG NGHỆ TRONG LĨNH VỰC CNTT&amp;TT</a:t>
            </a:r>
            <a:endParaRPr lang="en-US">
              <a:solidFill>
                <a:srgbClr val="00B0F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0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smtClean="0">
                <a:solidFill>
                  <a:srgbClr val="0070C0"/>
                </a:solidFill>
              </a:rPr>
              <a:t>Khoa cntt &amp; tt</a:t>
            </a:r>
          </a:p>
          <a:p>
            <a:pPr lvl="1"/>
            <a:r>
              <a:rPr lang="en-US"/>
              <a:t>TẦM NHÌN ĐẾN NĂM </a:t>
            </a:r>
            <a:r>
              <a:rPr lang="en-US" smtClean="0"/>
              <a:t>2020</a:t>
            </a:r>
          </a:p>
          <a:p>
            <a:pPr lvl="2"/>
            <a:r>
              <a:rPr lang="vi-VN"/>
              <a:t>ĐƠN VỊ ĐÀO TẠO </a:t>
            </a:r>
            <a:r>
              <a:rPr lang="vi-VN" smtClean="0"/>
              <a:t>VÀ</a:t>
            </a:r>
            <a:endParaRPr lang="en-US" smtClean="0"/>
          </a:p>
          <a:p>
            <a:pPr lvl="2"/>
            <a:r>
              <a:rPr lang="vi-VN"/>
              <a:t>NGHIÊN CỨU KHOA HỌC VỀ CNTT&amp;TT MẠNH CỦA CẢ NƯỚC</a:t>
            </a:r>
            <a:endParaRPr 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51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smtClean="0">
                <a:solidFill>
                  <a:srgbClr val="0070C0"/>
                </a:solidFill>
              </a:rPr>
              <a:t>Khoa cntt &amp; tt</a:t>
            </a:r>
          </a:p>
          <a:p>
            <a:pPr lvl="1"/>
            <a:r>
              <a:rPr lang="en-US"/>
              <a:t>CÁC BỘ MÔN VÀ TRUNG </a:t>
            </a:r>
            <a:r>
              <a:rPr lang="en-US" smtClean="0"/>
              <a:t>TÂM</a:t>
            </a:r>
          </a:p>
          <a:p>
            <a:pPr lvl="2"/>
            <a:r>
              <a:rPr lang="en-US"/>
              <a:t>BỘ MÔN HỆ THỐNG THÔNG </a:t>
            </a:r>
            <a:r>
              <a:rPr lang="en-US" smtClean="0"/>
              <a:t>TIN</a:t>
            </a:r>
          </a:p>
          <a:p>
            <a:pPr lvl="2"/>
            <a:r>
              <a:rPr lang="en-US"/>
              <a:t>BỘ MÔN MẠNG MÁY TÍNH &amp; TRUYỀN </a:t>
            </a:r>
            <a:r>
              <a:rPr lang="en-US" smtClean="0"/>
              <a:t>THÔNG</a:t>
            </a:r>
          </a:p>
          <a:p>
            <a:pPr lvl="2"/>
            <a:r>
              <a:rPr lang="en-US"/>
              <a:t>BỘ MÔN CÔNG NGHỆ PHẦN </a:t>
            </a:r>
            <a:r>
              <a:rPr lang="en-US" smtClean="0"/>
              <a:t>MỀM</a:t>
            </a:r>
          </a:p>
          <a:p>
            <a:pPr lvl="2"/>
            <a:r>
              <a:rPr lang="en-US"/>
              <a:t>BỘ MÔN KHOA HỌC MÁY TÍNH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5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smtClean="0">
                <a:solidFill>
                  <a:srgbClr val="0070C0"/>
                </a:solidFill>
              </a:rPr>
              <a:t>Khoa cntt &amp; tT</a:t>
            </a:r>
          </a:p>
          <a:p>
            <a:pPr lvl="1"/>
            <a:r>
              <a:rPr lang="en-US"/>
              <a:t>CÁC BỘ MÔN VÀ TRUNG </a:t>
            </a:r>
            <a:r>
              <a:rPr lang="en-US" smtClean="0"/>
              <a:t>TÂM</a:t>
            </a:r>
          </a:p>
          <a:p>
            <a:pPr lvl="2"/>
            <a:r>
              <a:rPr lang="en-US"/>
              <a:t>BỘ MÔN CÔNG NGHỆ THÔNG </a:t>
            </a:r>
            <a:r>
              <a:rPr lang="en-US" smtClean="0"/>
              <a:t>TIN</a:t>
            </a:r>
          </a:p>
          <a:p>
            <a:pPr lvl="2"/>
            <a:r>
              <a:rPr lang="en-US"/>
              <a:t>BỘ MÔN TIN HỌC ỨNG </a:t>
            </a:r>
            <a:r>
              <a:rPr lang="en-US" smtClean="0"/>
              <a:t>DỤNG</a:t>
            </a:r>
          </a:p>
          <a:p>
            <a:pPr lvl="2"/>
            <a:r>
              <a:rPr lang="en-US"/>
              <a:t>TỔ VĂN </a:t>
            </a:r>
            <a:r>
              <a:rPr lang="en-US" smtClean="0"/>
              <a:t>PHÒNG</a:t>
            </a:r>
          </a:p>
          <a:p>
            <a:pPr lvl="2"/>
            <a:r>
              <a:rPr lang="en-US"/>
              <a:t>TRUNG TÂM ĐIỆN TỬ &amp; TIN HỌC</a:t>
            </a:r>
          </a:p>
          <a:p>
            <a:pPr lvl="2"/>
            <a:endParaRPr lang="en-US" b="1" smtClean="0">
              <a:solidFill>
                <a:srgbClr val="0070C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04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1642704"/>
          </a:xfrm>
        </p:spPr>
        <p:txBody>
          <a:bodyPr/>
          <a:lstStyle/>
          <a:p>
            <a:r>
              <a:rPr lang="en-US"/>
              <a:t>c</a:t>
            </a:r>
            <a:r>
              <a:rPr lang="en-US" smtClean="0"/>
              <a:t>ảm ơn sự chú ý của quý vị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15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E393DB96-F153-4CE3-BE89-33EC9F183482}" vid="{E9A4787E-C0CF-4E51-A0F2-B718901957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Buoi4_Nhom11_Bai2</Template>
  <TotalTime>6</TotalTime>
  <Words>625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– 1975)</vt:lpstr>
      <vt:lpstr>Thời kỳ viện đại học cần thơ (1966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CẦN THƠ – quÁ TRÌNH HÌNH THÀNH VÀ PHÁT TRIỂN</dc:title>
  <dc:creator>Windows User</dc:creator>
  <cp:lastModifiedBy>Windows User</cp:lastModifiedBy>
  <cp:revision>3</cp:revision>
  <dcterms:created xsi:type="dcterms:W3CDTF">2026-09-25T07:52:42Z</dcterms:created>
  <dcterms:modified xsi:type="dcterms:W3CDTF">2026-09-25T08:52:14Z</dcterms:modified>
</cp:coreProperties>
</file>