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6" d="100"/>
          <a:sy n="106" d="100"/>
        </p:scale>
        <p:origin x="672" y="114"/>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91116943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GB"/>
          </a:p>
        </p:txBody>
      </p:sp>
      <p:sp>
        <p:nvSpPr>
          <p:cNvPr id="305877298"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CD2674AE-74D9-49A7-A0E8-9B6CB6301419}" type="datetimeFigureOut">
              <a:rPr lang="en-GB"/>
              <a:t>25/09/2026</a:t>
            </a:fld>
            <a:endParaRPr lang="en-GB"/>
          </a:p>
        </p:txBody>
      </p:sp>
      <p:sp>
        <p:nvSpPr>
          <p:cNvPr id="1516974446"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GB"/>
          </a:p>
        </p:txBody>
      </p:sp>
      <p:sp>
        <p:nvSpPr>
          <p:cNvPr id="555675162"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112306993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GB"/>
          </a:p>
        </p:txBody>
      </p:sp>
      <p:sp>
        <p:nvSpPr>
          <p:cNvPr id="1822358440"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2668FD79-3A13-4436-81B8-625BAAFB9BD8}" type="slidenum">
              <a:rPr lang="en-GB"/>
              <a:t>‹#›</a:t>
            </a:fld>
            <a:endParaRPr lang="en-GB"/>
          </a:p>
        </p:txBody>
      </p:sp>
    </p:spTree>
    <p:extLst>
      <p:ext uri="{BB962C8B-B14F-4D97-AF65-F5344CB8AC3E}">
        <p14:creationId xmlns:p14="http://schemas.microsoft.com/office/powerpoint/2010/main" val="1902580109"/>
      </p:ext>
    </p:extLst>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1019C4BF-523C-E85B-8E7A-5746761894F8}" type="slidenum">
              <a:rPr/>
              <a:t>1</a:t>
            </a:fld>
            <a:endParaRPr/>
          </a:p>
        </p:txBody>
      </p:sp>
    </p:spTree>
    <p:extLst>
      <p:ext uri="{BB962C8B-B14F-4D97-AF65-F5344CB8AC3E}">
        <p14:creationId xmlns:p14="http://schemas.microsoft.com/office/powerpoint/2010/main" val="6813063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84FBC0E-8BDB-03B4-0ED8-85B98AEE7BDF}" type="slidenum">
              <a:rPr/>
              <a:t>2</a:t>
            </a:fld>
            <a:endParaRPr/>
          </a:p>
        </p:txBody>
      </p:sp>
    </p:spTree>
    <p:extLst>
      <p:ext uri="{BB962C8B-B14F-4D97-AF65-F5344CB8AC3E}">
        <p14:creationId xmlns:p14="http://schemas.microsoft.com/office/powerpoint/2010/main" val="28116228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F47CE63-0951-F114-9009-FAD5BA6F7D0E}" type="slidenum">
              <a:rPr/>
              <a:t>3</a:t>
            </a:fld>
            <a:endParaRPr/>
          </a:p>
        </p:txBody>
      </p:sp>
    </p:spTree>
    <p:extLst>
      <p:ext uri="{BB962C8B-B14F-4D97-AF65-F5344CB8AC3E}">
        <p14:creationId xmlns:p14="http://schemas.microsoft.com/office/powerpoint/2010/main" val="2739464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772B02F-3BF0-06F6-86A9-2EC207CE1747}" type="slidenum">
              <a:rPr/>
              <a:t>4</a:t>
            </a:fld>
            <a:endParaRPr/>
          </a:p>
        </p:txBody>
      </p:sp>
    </p:spTree>
    <p:extLst>
      <p:ext uri="{BB962C8B-B14F-4D97-AF65-F5344CB8AC3E}">
        <p14:creationId xmlns:p14="http://schemas.microsoft.com/office/powerpoint/2010/main" val="30484945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C1B01AE-8F3D-60A7-3BAB-D5001D16806F}" type="slidenum">
              <a:rPr/>
              <a:t>5</a:t>
            </a:fld>
            <a:endParaRPr/>
          </a:p>
        </p:txBody>
      </p:sp>
    </p:spTree>
    <p:extLst>
      <p:ext uri="{BB962C8B-B14F-4D97-AF65-F5344CB8AC3E}">
        <p14:creationId xmlns:p14="http://schemas.microsoft.com/office/powerpoint/2010/main" val="22559815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986DDDB1-5717-7244-AFB2-1E98BAF7BDB6}" type="slidenum">
              <a:rPr/>
              <a:t>6</a:t>
            </a:fld>
            <a:endParaRPr/>
          </a:p>
        </p:txBody>
      </p:sp>
    </p:spTree>
    <p:extLst>
      <p:ext uri="{BB962C8B-B14F-4D97-AF65-F5344CB8AC3E}">
        <p14:creationId xmlns:p14="http://schemas.microsoft.com/office/powerpoint/2010/main" val="34871431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 name="Slide Image Placeholder 1"/>
          <p:cNvSpPr>
            <a:spLocks noGrp="1" noRot="1" noChangeAspec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31B9992-35F0-BF2C-6804-1DD2E0A1B292}" type="slidenum">
              <a:rPr/>
              <a:t>7</a:t>
            </a:fld>
            <a:endParaRPr/>
          </a:p>
        </p:txBody>
      </p:sp>
    </p:spTree>
    <p:extLst>
      <p:ext uri="{BB962C8B-B14F-4D97-AF65-F5344CB8AC3E}">
        <p14:creationId xmlns:p14="http://schemas.microsoft.com/office/powerpoint/2010/main" val="36589257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090721" name="Slide Image Placeholder 1"/>
          <p:cNvSpPr>
            <a:spLocks noGrp="1" noRot="1" noChangeAspect="1"/>
          </p:cNvSpPr>
          <p:nvPr>
            <p:ph type="sldImg"/>
          </p:nvPr>
        </p:nvSpPr>
        <p:spPr bwMode="auto"/>
      </p:sp>
      <p:sp>
        <p:nvSpPr>
          <p:cNvPr id="823751804" name="Notes Placeholder 2"/>
          <p:cNvSpPr>
            <a:spLocks noGrp="1"/>
          </p:cNvSpPr>
          <p:nvPr>
            <p:ph type="body" idx="1"/>
          </p:nvPr>
        </p:nvSpPr>
        <p:spPr bwMode="auto"/>
        <p:txBody>
          <a:bodyPr/>
          <a:lstStyle/>
          <a:p>
            <a:pPr>
              <a:defRPr/>
            </a:pPr>
            <a:endParaRPr/>
          </a:p>
        </p:txBody>
      </p:sp>
      <p:sp>
        <p:nvSpPr>
          <p:cNvPr id="2038133166" name="Slide Number Placeholder 3"/>
          <p:cNvSpPr>
            <a:spLocks noGrp="1"/>
          </p:cNvSpPr>
          <p:nvPr>
            <p:ph type="sldNum" sz="quarter" idx="10"/>
          </p:nvPr>
        </p:nvSpPr>
        <p:spPr bwMode="auto"/>
        <p:txBody>
          <a:bodyPr/>
          <a:lstStyle/>
          <a:p>
            <a:pPr>
              <a:defRPr/>
            </a:pPr>
            <a:fld id="{630E6A8D-BED1-BEE7-B206-F05A6FBFE549}" type="slidenum">
              <a:rPr/>
              <a:t>8</a:t>
            </a:fld>
            <a:endParaRPr/>
          </a:p>
        </p:txBody>
      </p:sp>
    </p:spTree>
    <p:extLst>
      <p:ext uri="{BB962C8B-B14F-4D97-AF65-F5344CB8AC3E}">
        <p14:creationId xmlns:p14="http://schemas.microsoft.com/office/powerpoint/2010/main" val="42569848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Title Slide">
    <p:bg>
      <p:bgPr>
        <a:blipFill rotWithShape="1">
          <a:blip r:embed="rId2">
            <a:lum/>
          </a:blip>
          <a:stretch>
            <a:fillRect t="-17000" b="-17000"/>
          </a:stretch>
        </a:blipFill>
        <a:effectLst/>
      </p:bgPr>
    </p:bg>
    <p:spTree>
      <p:nvGrpSpPr>
        <p:cNvPr id="1" name=""/>
        <p:cNvGrpSpPr/>
        <p:nvPr/>
      </p:nvGrpSpPr>
      <p:grpSpPr bwMode="auto">
        <a:xfrm>
          <a:off x="0" y="0"/>
          <a:ext cx="0" cy="0"/>
          <a:chOff x="0" y="0"/>
          <a:chExt cx="0" cy="0"/>
        </a:xfrm>
      </p:grpSpPr>
      <p:sp>
        <p:nvSpPr>
          <p:cNvPr id="426141471" name="Title 1"/>
          <p:cNvSpPr>
            <a:spLocks noGrp="1"/>
          </p:cNvSpPr>
          <p:nvPr>
            <p:ph type="ctrTitle"/>
          </p:nvPr>
        </p:nvSpPr>
        <p:spPr bwMode="auto">
          <a:xfrm>
            <a:off x="1524000" y="1122363"/>
            <a:ext cx="9144000" cy="2387600"/>
          </a:xfrm>
        </p:spPr>
        <p:txBody>
          <a:bodyPr anchor="b">
            <a:normAutofit/>
          </a:bodyPr>
          <a:lstStyle>
            <a:lvl1pPr algn="ctr">
              <a:defRPr sz="5000" b="1">
                <a:solidFill>
                  <a:srgbClr val="996633"/>
                </a:solidFill>
                <a:latin typeface="Times New Roman"/>
                <a:cs typeface="Times New Roman"/>
              </a:defRPr>
            </a:lvl1pPr>
          </a:lstStyle>
          <a:p>
            <a:pPr>
              <a:defRPr/>
            </a:pPr>
            <a:r>
              <a:rPr lang="en-US"/>
              <a:t>Click to edit Master title style</a:t>
            </a:r>
            <a:endParaRPr lang="en-GB"/>
          </a:p>
        </p:txBody>
      </p:sp>
      <p:sp>
        <p:nvSpPr>
          <p:cNvPr id="374822366" name="Date Placeholder 3"/>
          <p:cNvSpPr>
            <a:spLocks noGrp="1"/>
          </p:cNvSpPr>
          <p:nvPr>
            <p:ph type="dt" sz="half" idx="10"/>
          </p:nvPr>
        </p:nvSpPr>
        <p:spPr bwMode="auto"/>
        <p:txBody>
          <a:bodyPr/>
          <a:lstStyle/>
          <a:p>
            <a:pPr>
              <a:defRPr/>
            </a:pPr>
            <a:fld id="{18642644-5948-4344-A3B9-BCD9F97BA59B}" type="datetime1">
              <a:rPr lang="en-GB"/>
              <a:t>25/09/2026</a:t>
            </a:fld>
            <a:endParaRPr lang="en-GB"/>
          </a:p>
        </p:txBody>
      </p:sp>
      <p:sp>
        <p:nvSpPr>
          <p:cNvPr id="157186239" name="Footer Placeholder 4"/>
          <p:cNvSpPr>
            <a:spLocks noGrp="1"/>
          </p:cNvSpPr>
          <p:nvPr>
            <p:ph type="ftr" sz="quarter" idx="11"/>
          </p:nvPr>
        </p:nvSpPr>
        <p:spPr bwMode="auto"/>
        <p:txBody>
          <a:bodyPr/>
          <a:lstStyle/>
          <a:p>
            <a:pPr>
              <a:defRPr/>
            </a:pPr>
            <a:endParaRPr lang="en-GB"/>
          </a:p>
        </p:txBody>
      </p:sp>
      <p:sp>
        <p:nvSpPr>
          <p:cNvPr id="980780485" name="Slide Number Placeholder 5"/>
          <p:cNvSpPr>
            <a:spLocks noGrp="1"/>
          </p:cNvSpPr>
          <p:nvPr>
            <p:ph type="sldNum" sz="quarter" idx="12"/>
          </p:nvPr>
        </p:nvSpPr>
        <p:spPr bwMode="auto"/>
        <p:txBody>
          <a:bodyPr/>
          <a:lstStyle/>
          <a:p>
            <a:pPr>
              <a:defRPr/>
            </a:pPr>
            <a:fld id="{E7043A6F-1875-4D55-93DA-153A8F7922BC}" type="slidenum">
              <a:rPr lang="en-GB"/>
              <a:t>‹#›</a:t>
            </a:fld>
            <a:endParaRPr lang="en-GB"/>
          </a:p>
        </p:txBody>
      </p:sp>
      <p:sp>
        <p:nvSpPr>
          <p:cNvPr id="1940321009" name="Subtitle 2"/>
          <p:cNvSpPr>
            <a:spLocks noGrp="1"/>
          </p:cNvSpPr>
          <p:nvPr>
            <p:ph type="subTitle" idx="1"/>
          </p:nvPr>
        </p:nvSpPr>
        <p:spPr bwMode="auto">
          <a:xfrm>
            <a:off x="1524000" y="3602038"/>
            <a:ext cx="9144000" cy="1655762"/>
          </a:xfrm>
        </p:spPr>
        <p:txBody>
          <a:bodyPr>
            <a:normAutofit/>
          </a:bodyPr>
          <a:lstStyle>
            <a:lvl1pPr marL="0" indent="0" algn="ctr">
              <a:buNone/>
              <a:defRPr sz="32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en-US"/>
              <a:t>Click to edit Master subtitle style</a:t>
            </a:r>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type="obj" preserve="1" userDrawn="1">
  <p:cSld name="Title and Content">
    <p:spTree>
      <p:nvGrpSpPr>
        <p:cNvPr id="1" name=""/>
        <p:cNvGrpSpPr/>
        <p:nvPr/>
      </p:nvGrpSpPr>
      <p:grpSpPr bwMode="auto">
        <a:xfrm>
          <a:off x="0" y="0"/>
          <a:ext cx="0" cy="0"/>
          <a:chOff x="0" y="0"/>
          <a:chExt cx="0" cy="0"/>
        </a:xfrm>
      </p:grpSpPr>
      <p:sp>
        <p:nvSpPr>
          <p:cNvPr id="30682408" name="Title 1"/>
          <p:cNvSpPr>
            <a:spLocks noGrp="1"/>
          </p:cNvSpPr>
          <p:nvPr>
            <p:ph type="title"/>
          </p:nvPr>
        </p:nvSpPr>
        <p:spPr bwMode="auto"/>
        <p:txBody>
          <a:bodyPr/>
          <a:lstStyle>
            <a:lvl1pPr>
              <a:defRPr/>
            </a:lvl1pPr>
          </a:lstStyle>
          <a:p>
            <a:pPr>
              <a:defRPr/>
            </a:pPr>
            <a:r>
              <a:rPr lang="en-US"/>
              <a:t>Click to edit Master title style</a:t>
            </a:r>
            <a:endParaRPr lang="en-GB"/>
          </a:p>
        </p:txBody>
      </p:sp>
      <p:sp>
        <p:nvSpPr>
          <p:cNvPr id="1675931980" name="Content Placeholder 2"/>
          <p:cNvSpPr>
            <a:spLocks noGrp="1"/>
          </p:cNvSpPr>
          <p:nvPr>
            <p:ph idx="1"/>
          </p:nvPr>
        </p:nvSpPr>
        <p:spPr bwMode="auto"/>
        <p:txBody>
          <a:bodyPr/>
          <a:lstStyle>
            <a:lvl1pPr>
              <a:defRPr/>
            </a:lvl1pPr>
            <a:lvl2pPr>
              <a:defRPr/>
            </a:lvl2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a:p>
            <a:pPr lvl="0">
              <a:defRPr/>
            </a:pPr>
            <a:endParaRPr lang="en-US"/>
          </a:p>
        </p:txBody>
      </p:sp>
      <p:sp>
        <p:nvSpPr>
          <p:cNvPr id="757358121" name="Date Placeholder 3"/>
          <p:cNvSpPr>
            <a:spLocks noGrp="1"/>
          </p:cNvSpPr>
          <p:nvPr>
            <p:ph type="dt" sz="half" idx="10"/>
          </p:nvPr>
        </p:nvSpPr>
        <p:spPr bwMode="auto"/>
        <p:txBody>
          <a:bodyPr/>
          <a:lstStyle/>
          <a:p>
            <a:pPr>
              <a:defRPr/>
            </a:pPr>
            <a:fld id="{D9F06735-8CE1-4A03-8DE7-1BBB9A6FE4B6}" type="datetime1">
              <a:rPr lang="en-GB"/>
              <a:t>25/09/2026</a:t>
            </a:fld>
            <a:endParaRPr lang="en-GB"/>
          </a:p>
        </p:txBody>
      </p:sp>
      <p:sp>
        <p:nvSpPr>
          <p:cNvPr id="1254908989" name="Footer Placeholder 4"/>
          <p:cNvSpPr>
            <a:spLocks noGrp="1"/>
          </p:cNvSpPr>
          <p:nvPr>
            <p:ph type="ftr" sz="quarter" idx="11"/>
          </p:nvPr>
        </p:nvSpPr>
        <p:spPr bwMode="auto"/>
        <p:txBody>
          <a:bodyPr/>
          <a:lstStyle/>
          <a:p>
            <a:pPr>
              <a:defRPr/>
            </a:pPr>
            <a:endParaRPr lang="en-GB"/>
          </a:p>
        </p:txBody>
      </p:sp>
      <p:sp>
        <p:nvSpPr>
          <p:cNvPr id="471626114" name="Slide Number Placeholder 5"/>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type="secHead" preserve="1" userDrawn="1">
  <p:cSld name="Section Header">
    <p:spTree>
      <p:nvGrpSpPr>
        <p:cNvPr id="1" name=""/>
        <p:cNvGrpSpPr/>
        <p:nvPr/>
      </p:nvGrpSpPr>
      <p:grpSpPr bwMode="auto">
        <a:xfrm>
          <a:off x="0" y="0"/>
          <a:ext cx="0" cy="0"/>
          <a:chOff x="0" y="0"/>
          <a:chExt cx="0" cy="0"/>
        </a:xfrm>
      </p:grpSpPr>
      <p:sp>
        <p:nvSpPr>
          <p:cNvPr id="2066254630" name="Title 1"/>
          <p:cNvSpPr>
            <a:spLocks noGrp="1"/>
          </p:cNvSpPr>
          <p:nvPr>
            <p:ph type="title"/>
          </p:nvPr>
        </p:nvSpPr>
        <p:spPr bwMode="auto">
          <a:xfrm>
            <a:off x="831850" y="1709738"/>
            <a:ext cx="10515600" cy="2852737"/>
          </a:xfrm>
        </p:spPr>
        <p:txBody>
          <a:bodyPr anchor="b"/>
          <a:lstStyle>
            <a:lvl1pPr>
              <a:defRPr sz="6000"/>
            </a:lvl1pPr>
          </a:lstStyle>
          <a:p>
            <a:pPr>
              <a:defRPr/>
            </a:pPr>
            <a:r>
              <a:rPr lang="en-US"/>
              <a:t>Click to edit Master title style</a:t>
            </a:r>
            <a:endParaRPr lang="en-GB"/>
          </a:p>
        </p:txBody>
      </p:sp>
      <p:sp>
        <p:nvSpPr>
          <p:cNvPr id="1218293234" name="Text Placeholder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Click to edit Master text styles</a:t>
            </a:r>
            <a:endParaRPr/>
          </a:p>
        </p:txBody>
      </p:sp>
      <p:sp>
        <p:nvSpPr>
          <p:cNvPr id="1432115154" name="Date Placeholder 3"/>
          <p:cNvSpPr>
            <a:spLocks noGrp="1"/>
          </p:cNvSpPr>
          <p:nvPr>
            <p:ph type="dt" sz="half" idx="10"/>
          </p:nvPr>
        </p:nvSpPr>
        <p:spPr bwMode="auto"/>
        <p:txBody>
          <a:bodyPr/>
          <a:lstStyle/>
          <a:p>
            <a:pPr>
              <a:defRPr/>
            </a:pPr>
            <a:fld id="{20E9569F-2D98-4E22-8E82-EDEB3B818E33}" type="datetime1">
              <a:rPr lang="en-GB"/>
              <a:t>25/09/2026</a:t>
            </a:fld>
            <a:endParaRPr lang="en-GB"/>
          </a:p>
        </p:txBody>
      </p:sp>
      <p:sp>
        <p:nvSpPr>
          <p:cNvPr id="610368614" name="Footer Placeholder 4"/>
          <p:cNvSpPr>
            <a:spLocks noGrp="1"/>
          </p:cNvSpPr>
          <p:nvPr>
            <p:ph type="ftr" sz="quarter" idx="11"/>
          </p:nvPr>
        </p:nvSpPr>
        <p:spPr bwMode="auto"/>
        <p:txBody>
          <a:bodyPr/>
          <a:lstStyle/>
          <a:p>
            <a:pPr>
              <a:defRPr/>
            </a:pPr>
            <a:endParaRPr lang="en-GB"/>
          </a:p>
        </p:txBody>
      </p:sp>
      <p:sp>
        <p:nvSpPr>
          <p:cNvPr id="759057653" name="Slide Number Placeholder 5"/>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type="twoObj" preserve="1" userDrawn="1">
  <p:cSld name="Two Content">
    <p:spTree>
      <p:nvGrpSpPr>
        <p:cNvPr id="1" name=""/>
        <p:cNvGrpSpPr/>
        <p:nvPr/>
      </p:nvGrpSpPr>
      <p:grpSpPr bwMode="auto">
        <a:xfrm>
          <a:off x="0" y="0"/>
          <a:ext cx="0" cy="0"/>
          <a:chOff x="0" y="0"/>
          <a:chExt cx="0" cy="0"/>
        </a:xfrm>
      </p:grpSpPr>
      <p:sp>
        <p:nvSpPr>
          <p:cNvPr id="444134518" name="Title 1"/>
          <p:cNvSpPr>
            <a:spLocks noGrp="1"/>
          </p:cNvSpPr>
          <p:nvPr>
            <p:ph type="title"/>
          </p:nvPr>
        </p:nvSpPr>
        <p:spPr bwMode="auto"/>
        <p:txBody>
          <a:bodyPr/>
          <a:lstStyle/>
          <a:p>
            <a:pPr>
              <a:defRPr/>
            </a:pPr>
            <a:r>
              <a:rPr lang="en-US"/>
              <a:t>Click to edit Master title style</a:t>
            </a:r>
            <a:endParaRPr lang="en-GB"/>
          </a:p>
        </p:txBody>
      </p:sp>
      <p:sp>
        <p:nvSpPr>
          <p:cNvPr id="2138411762" name="Content Placeholder 2"/>
          <p:cNvSpPr>
            <a:spLocks noGrp="1"/>
          </p:cNvSpPr>
          <p:nvPr>
            <p:ph sz="half" idx="1"/>
          </p:nvPr>
        </p:nvSpPr>
        <p:spPr bwMode="auto">
          <a:xfrm>
            <a:off x="838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2038650391" name="Content Placeholder 3"/>
          <p:cNvSpPr>
            <a:spLocks noGrp="1"/>
          </p:cNvSpPr>
          <p:nvPr>
            <p:ph sz="half" idx="2"/>
          </p:nvPr>
        </p:nvSpPr>
        <p:spPr bwMode="auto">
          <a:xfrm>
            <a:off x="6172200" y="1825625"/>
            <a:ext cx="5181600" cy="435133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614715856" name="Date Placeholder 4"/>
          <p:cNvSpPr>
            <a:spLocks noGrp="1"/>
          </p:cNvSpPr>
          <p:nvPr>
            <p:ph type="dt" sz="half" idx="10"/>
          </p:nvPr>
        </p:nvSpPr>
        <p:spPr bwMode="auto"/>
        <p:txBody>
          <a:bodyPr/>
          <a:lstStyle/>
          <a:p>
            <a:pPr>
              <a:defRPr/>
            </a:pPr>
            <a:fld id="{0623E114-5EE5-4C07-A5A6-F0264412882C}" type="datetime1">
              <a:rPr lang="en-GB"/>
              <a:t>25/09/2026</a:t>
            </a:fld>
            <a:endParaRPr lang="en-GB"/>
          </a:p>
        </p:txBody>
      </p:sp>
      <p:sp>
        <p:nvSpPr>
          <p:cNvPr id="1434385257" name="Footer Placeholder 5"/>
          <p:cNvSpPr>
            <a:spLocks noGrp="1"/>
          </p:cNvSpPr>
          <p:nvPr>
            <p:ph type="ftr" sz="quarter" idx="11"/>
          </p:nvPr>
        </p:nvSpPr>
        <p:spPr bwMode="auto"/>
        <p:txBody>
          <a:bodyPr/>
          <a:lstStyle/>
          <a:p>
            <a:pPr>
              <a:defRPr/>
            </a:pPr>
            <a:endParaRPr lang="en-GB"/>
          </a:p>
        </p:txBody>
      </p:sp>
      <p:sp>
        <p:nvSpPr>
          <p:cNvPr id="1992068036" name="Slide Number Placeholder 6"/>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type="twoTxTwoObj" preserve="1" userDrawn="1">
  <p:cSld name="Comparison">
    <p:spTree>
      <p:nvGrpSpPr>
        <p:cNvPr id="1" name=""/>
        <p:cNvGrpSpPr/>
        <p:nvPr/>
      </p:nvGrpSpPr>
      <p:grpSpPr bwMode="auto">
        <a:xfrm>
          <a:off x="0" y="0"/>
          <a:ext cx="0" cy="0"/>
          <a:chOff x="0" y="0"/>
          <a:chExt cx="0" cy="0"/>
        </a:xfrm>
      </p:grpSpPr>
      <p:sp>
        <p:nvSpPr>
          <p:cNvPr id="1905733479" name="Title 1"/>
          <p:cNvSpPr>
            <a:spLocks noGrp="1"/>
          </p:cNvSpPr>
          <p:nvPr>
            <p:ph type="title"/>
          </p:nvPr>
        </p:nvSpPr>
        <p:spPr bwMode="auto">
          <a:xfrm>
            <a:off x="839788" y="365125"/>
            <a:ext cx="10515600" cy="1325563"/>
          </a:xfrm>
        </p:spPr>
        <p:txBody>
          <a:bodyPr/>
          <a:lstStyle/>
          <a:p>
            <a:pPr>
              <a:defRPr/>
            </a:pPr>
            <a:r>
              <a:rPr lang="en-US"/>
              <a:t>Click to edit Master title style</a:t>
            </a:r>
            <a:endParaRPr lang="en-GB"/>
          </a:p>
        </p:txBody>
      </p:sp>
      <p:sp>
        <p:nvSpPr>
          <p:cNvPr id="2088055582" name="Text Placeholder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2106054702" name="Content Placeholder 3"/>
          <p:cNvSpPr>
            <a:spLocks noGrp="1"/>
          </p:cNvSpPr>
          <p:nvPr>
            <p:ph sz="half" idx="2"/>
          </p:nvPr>
        </p:nvSpPr>
        <p:spPr bwMode="auto">
          <a:xfrm>
            <a:off x="839788" y="2505074"/>
            <a:ext cx="5157787"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365474671" name="Text Placeholder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en-US"/>
              <a:t>Click to edit Master text styles</a:t>
            </a:r>
            <a:endParaRPr/>
          </a:p>
        </p:txBody>
      </p:sp>
      <p:sp>
        <p:nvSpPr>
          <p:cNvPr id="168076875" name="Content Placeholder 5"/>
          <p:cNvSpPr>
            <a:spLocks noGrp="1"/>
          </p:cNvSpPr>
          <p:nvPr>
            <p:ph sz="quarter" idx="4"/>
          </p:nvPr>
        </p:nvSpPr>
        <p:spPr bwMode="auto">
          <a:xfrm>
            <a:off x="6172200" y="2505074"/>
            <a:ext cx="5183188" cy="3684588"/>
          </a:xfrm>
        </p:spPr>
        <p:txBody>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1336674859" name="Date Placeholder 6"/>
          <p:cNvSpPr>
            <a:spLocks noGrp="1"/>
          </p:cNvSpPr>
          <p:nvPr>
            <p:ph type="dt" sz="half" idx="10"/>
          </p:nvPr>
        </p:nvSpPr>
        <p:spPr bwMode="auto"/>
        <p:txBody>
          <a:bodyPr/>
          <a:lstStyle/>
          <a:p>
            <a:pPr>
              <a:defRPr/>
            </a:pPr>
            <a:fld id="{E4FE95B5-5883-4E35-8902-52EA06642016}" type="datetime1">
              <a:rPr lang="en-GB"/>
              <a:t>25/09/2026</a:t>
            </a:fld>
            <a:endParaRPr lang="en-GB"/>
          </a:p>
        </p:txBody>
      </p:sp>
      <p:sp>
        <p:nvSpPr>
          <p:cNvPr id="1985831462" name="Footer Placeholder 7"/>
          <p:cNvSpPr>
            <a:spLocks noGrp="1"/>
          </p:cNvSpPr>
          <p:nvPr>
            <p:ph type="ftr" sz="quarter" idx="11"/>
          </p:nvPr>
        </p:nvSpPr>
        <p:spPr bwMode="auto"/>
        <p:txBody>
          <a:bodyPr/>
          <a:lstStyle/>
          <a:p>
            <a:pPr>
              <a:defRPr/>
            </a:pPr>
            <a:endParaRPr lang="en-GB"/>
          </a:p>
        </p:txBody>
      </p:sp>
      <p:sp>
        <p:nvSpPr>
          <p:cNvPr id="678594353" name="Slide Number Placeholder 8"/>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Only" preserve="1" userDrawn="1">
  <p:cSld name="Title Only">
    <p:bg>
      <p:bgPr>
        <a:blipFill rotWithShape="1">
          <a:blip r:embed="rId2">
            <a:lum/>
          </a:blip>
          <a:stretch>
            <a:fillRect t="-17000" b="-17000"/>
          </a:stretch>
        </a:blipFill>
        <a:effectLst/>
      </p:bgPr>
    </p:bg>
    <p:spTree>
      <p:nvGrpSpPr>
        <p:cNvPr id="1" name=""/>
        <p:cNvGrpSpPr/>
        <p:nvPr/>
      </p:nvGrpSpPr>
      <p:grpSpPr bwMode="auto">
        <a:xfrm>
          <a:off x="0" y="0"/>
          <a:ext cx="0" cy="0"/>
          <a:chOff x="0" y="0"/>
          <a:chExt cx="0" cy="0"/>
        </a:xfrm>
      </p:grpSpPr>
      <p:sp>
        <p:nvSpPr>
          <p:cNvPr id="1557310509" name="Title 1"/>
          <p:cNvSpPr>
            <a:spLocks noGrp="1"/>
          </p:cNvSpPr>
          <p:nvPr>
            <p:ph type="title"/>
          </p:nvPr>
        </p:nvSpPr>
        <p:spPr bwMode="auto"/>
        <p:txBody>
          <a:bodyPr/>
          <a:lstStyle>
            <a:lvl1pPr>
              <a:defRPr>
                <a:solidFill>
                  <a:schemeClr val="tx1"/>
                </a:solidFill>
              </a:defRPr>
            </a:lvl1pPr>
          </a:lstStyle>
          <a:p>
            <a:pPr>
              <a:defRPr/>
            </a:pPr>
            <a:r>
              <a:rPr lang="en-US"/>
              <a:t>Click to edit Master title style</a:t>
            </a:r>
            <a:endParaRPr lang="en-GB"/>
          </a:p>
        </p:txBody>
      </p:sp>
      <p:sp>
        <p:nvSpPr>
          <p:cNvPr id="1934457433" name="Date Placeholder 2"/>
          <p:cNvSpPr>
            <a:spLocks noGrp="1"/>
          </p:cNvSpPr>
          <p:nvPr>
            <p:ph type="dt" sz="half" idx="10"/>
          </p:nvPr>
        </p:nvSpPr>
        <p:spPr bwMode="auto"/>
        <p:txBody>
          <a:bodyPr/>
          <a:lstStyle/>
          <a:p>
            <a:pPr>
              <a:defRPr/>
            </a:pPr>
            <a:fld id="{F3F0C08F-663D-425F-841D-15BCCC26187A}" type="datetime1">
              <a:rPr lang="en-GB"/>
              <a:t>25/09/2026</a:t>
            </a:fld>
            <a:endParaRPr lang="en-GB"/>
          </a:p>
        </p:txBody>
      </p:sp>
      <p:sp>
        <p:nvSpPr>
          <p:cNvPr id="1063703521" name="Footer Placeholder 3"/>
          <p:cNvSpPr>
            <a:spLocks noGrp="1"/>
          </p:cNvSpPr>
          <p:nvPr>
            <p:ph type="ftr" sz="quarter" idx="11"/>
          </p:nvPr>
        </p:nvSpPr>
        <p:spPr bwMode="auto"/>
        <p:txBody>
          <a:bodyPr/>
          <a:lstStyle/>
          <a:p>
            <a:pPr>
              <a:defRPr/>
            </a:pPr>
            <a:endParaRPr lang="en-GB"/>
          </a:p>
        </p:txBody>
      </p:sp>
      <p:sp>
        <p:nvSpPr>
          <p:cNvPr id="295128418" name="Slide Number Placeholder 4"/>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type="blank" preserve="1" userDrawn="1">
  <p:cSld name="Blank">
    <p:spTree>
      <p:nvGrpSpPr>
        <p:cNvPr id="1" name=""/>
        <p:cNvGrpSpPr/>
        <p:nvPr/>
      </p:nvGrpSpPr>
      <p:grpSpPr bwMode="auto">
        <a:xfrm>
          <a:off x="0" y="0"/>
          <a:ext cx="0" cy="0"/>
          <a:chOff x="0" y="0"/>
          <a:chExt cx="0" cy="0"/>
        </a:xfrm>
      </p:grpSpPr>
      <p:sp>
        <p:nvSpPr>
          <p:cNvPr id="459799268" name="Date Placeholder 1"/>
          <p:cNvSpPr>
            <a:spLocks noGrp="1"/>
          </p:cNvSpPr>
          <p:nvPr>
            <p:ph type="dt" sz="half" idx="10"/>
          </p:nvPr>
        </p:nvSpPr>
        <p:spPr bwMode="auto"/>
        <p:txBody>
          <a:bodyPr/>
          <a:lstStyle/>
          <a:p>
            <a:pPr>
              <a:defRPr/>
            </a:pPr>
            <a:fld id="{D08BDCAE-1AD3-4D0C-8041-12DA269FB8CA}" type="datetime1">
              <a:rPr lang="en-GB"/>
              <a:t>25/09/2026</a:t>
            </a:fld>
            <a:endParaRPr lang="en-GB"/>
          </a:p>
        </p:txBody>
      </p:sp>
      <p:sp>
        <p:nvSpPr>
          <p:cNvPr id="66729579" name="Footer Placeholder 2"/>
          <p:cNvSpPr>
            <a:spLocks noGrp="1"/>
          </p:cNvSpPr>
          <p:nvPr>
            <p:ph type="ftr" sz="quarter" idx="11"/>
          </p:nvPr>
        </p:nvSpPr>
        <p:spPr bwMode="auto"/>
        <p:txBody>
          <a:bodyPr/>
          <a:lstStyle/>
          <a:p>
            <a:pPr>
              <a:defRPr/>
            </a:pPr>
            <a:endParaRPr lang="en-GB"/>
          </a:p>
        </p:txBody>
      </p:sp>
      <p:sp>
        <p:nvSpPr>
          <p:cNvPr id="851540535" name="Slide Number Placeholder 3"/>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type="objTx" preserve="1" userDrawn="1">
  <p:cSld name="Content with Caption">
    <p:spTree>
      <p:nvGrpSpPr>
        <p:cNvPr id="1" name=""/>
        <p:cNvGrpSpPr/>
        <p:nvPr/>
      </p:nvGrpSpPr>
      <p:grpSpPr bwMode="auto">
        <a:xfrm>
          <a:off x="0" y="0"/>
          <a:ext cx="0" cy="0"/>
          <a:chOff x="0" y="0"/>
          <a:chExt cx="0" cy="0"/>
        </a:xfrm>
      </p:grpSpPr>
      <p:sp>
        <p:nvSpPr>
          <p:cNvPr id="1456212145"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GB"/>
          </a:p>
        </p:txBody>
      </p:sp>
      <p:sp>
        <p:nvSpPr>
          <p:cNvPr id="1695527384" name="Content Placeholder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1906756284"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155101063" name="Date Placeholder 4"/>
          <p:cNvSpPr>
            <a:spLocks noGrp="1"/>
          </p:cNvSpPr>
          <p:nvPr>
            <p:ph type="dt" sz="half" idx="10"/>
          </p:nvPr>
        </p:nvSpPr>
        <p:spPr bwMode="auto"/>
        <p:txBody>
          <a:bodyPr/>
          <a:lstStyle/>
          <a:p>
            <a:pPr>
              <a:defRPr/>
            </a:pPr>
            <a:fld id="{80358247-17F8-4C8A-8853-0B285126C9F9}" type="datetime1">
              <a:rPr lang="en-GB"/>
              <a:t>25/09/2026</a:t>
            </a:fld>
            <a:endParaRPr lang="en-GB"/>
          </a:p>
        </p:txBody>
      </p:sp>
      <p:sp>
        <p:nvSpPr>
          <p:cNvPr id="343583920" name="Footer Placeholder 5"/>
          <p:cNvSpPr>
            <a:spLocks noGrp="1"/>
          </p:cNvSpPr>
          <p:nvPr>
            <p:ph type="ftr" sz="quarter" idx="11"/>
          </p:nvPr>
        </p:nvSpPr>
        <p:spPr bwMode="auto"/>
        <p:txBody>
          <a:bodyPr/>
          <a:lstStyle/>
          <a:p>
            <a:pPr>
              <a:defRPr/>
            </a:pPr>
            <a:endParaRPr lang="en-GB"/>
          </a:p>
        </p:txBody>
      </p:sp>
      <p:sp>
        <p:nvSpPr>
          <p:cNvPr id="929283670" name="Slide Number Placeholder 6"/>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type="picTx" preserve="1" userDrawn="1">
  <p:cSld name="Picture with Caption">
    <p:spTree>
      <p:nvGrpSpPr>
        <p:cNvPr id="1" name=""/>
        <p:cNvGrpSpPr/>
        <p:nvPr/>
      </p:nvGrpSpPr>
      <p:grpSpPr bwMode="auto">
        <a:xfrm>
          <a:off x="0" y="0"/>
          <a:ext cx="0" cy="0"/>
          <a:chOff x="0" y="0"/>
          <a:chExt cx="0" cy="0"/>
        </a:xfrm>
      </p:grpSpPr>
      <p:sp>
        <p:nvSpPr>
          <p:cNvPr id="1557588232" name="Title 1"/>
          <p:cNvSpPr>
            <a:spLocks noGrp="1"/>
          </p:cNvSpPr>
          <p:nvPr>
            <p:ph type="title"/>
          </p:nvPr>
        </p:nvSpPr>
        <p:spPr bwMode="auto">
          <a:xfrm>
            <a:off x="839788" y="457200"/>
            <a:ext cx="3932237" cy="1600200"/>
          </a:xfrm>
        </p:spPr>
        <p:txBody>
          <a:bodyPr anchor="b"/>
          <a:lstStyle>
            <a:lvl1pPr>
              <a:defRPr sz="3200"/>
            </a:lvl1pPr>
          </a:lstStyle>
          <a:p>
            <a:pPr>
              <a:defRPr/>
            </a:pPr>
            <a:r>
              <a:rPr lang="en-US"/>
              <a:t>Click to edit Master title style</a:t>
            </a:r>
            <a:endParaRPr lang="en-GB"/>
          </a:p>
        </p:txBody>
      </p:sp>
      <p:sp>
        <p:nvSpPr>
          <p:cNvPr id="525932110" name="Picture Placeholder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en-GB"/>
          </a:p>
        </p:txBody>
      </p:sp>
      <p:sp>
        <p:nvSpPr>
          <p:cNvPr id="1738357087" name="Text Placeholder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en-US"/>
              <a:t>Click to edit Master text styles</a:t>
            </a:r>
            <a:endParaRPr/>
          </a:p>
        </p:txBody>
      </p:sp>
      <p:sp>
        <p:nvSpPr>
          <p:cNvPr id="83323526" name="Date Placeholder 4"/>
          <p:cNvSpPr>
            <a:spLocks noGrp="1"/>
          </p:cNvSpPr>
          <p:nvPr>
            <p:ph type="dt" sz="half" idx="10"/>
          </p:nvPr>
        </p:nvSpPr>
        <p:spPr bwMode="auto"/>
        <p:txBody>
          <a:bodyPr/>
          <a:lstStyle/>
          <a:p>
            <a:pPr>
              <a:defRPr/>
            </a:pPr>
            <a:fld id="{AD1F39F6-7F0E-4E5E-AFA8-C201DFF61B43}" type="datetime1">
              <a:rPr lang="en-GB"/>
              <a:t>25/09/2026</a:t>
            </a:fld>
            <a:endParaRPr lang="en-GB"/>
          </a:p>
        </p:txBody>
      </p:sp>
      <p:sp>
        <p:nvSpPr>
          <p:cNvPr id="800209468" name="Footer Placeholder 5"/>
          <p:cNvSpPr>
            <a:spLocks noGrp="1"/>
          </p:cNvSpPr>
          <p:nvPr>
            <p:ph type="ftr" sz="quarter" idx="11"/>
          </p:nvPr>
        </p:nvSpPr>
        <p:spPr bwMode="auto"/>
        <p:txBody>
          <a:bodyPr/>
          <a:lstStyle/>
          <a:p>
            <a:pPr>
              <a:defRPr/>
            </a:pPr>
            <a:endParaRPr lang="en-GB"/>
          </a:p>
        </p:txBody>
      </p:sp>
      <p:sp>
        <p:nvSpPr>
          <p:cNvPr id="1155577090" name="Slide Number Placeholder 6"/>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type="vertTx" preserve="1" userDrawn="1">
  <p:cSld name="Title and Vertical Text">
    <p:spTree>
      <p:nvGrpSpPr>
        <p:cNvPr id="1" name=""/>
        <p:cNvGrpSpPr/>
        <p:nvPr/>
      </p:nvGrpSpPr>
      <p:grpSpPr bwMode="auto">
        <a:xfrm>
          <a:off x="0" y="0"/>
          <a:ext cx="0" cy="0"/>
          <a:chOff x="0" y="0"/>
          <a:chExt cx="0" cy="0"/>
        </a:xfrm>
      </p:grpSpPr>
      <p:sp>
        <p:nvSpPr>
          <p:cNvPr id="2096693163" name="Title 1"/>
          <p:cNvSpPr>
            <a:spLocks noGrp="1"/>
          </p:cNvSpPr>
          <p:nvPr>
            <p:ph type="title"/>
          </p:nvPr>
        </p:nvSpPr>
        <p:spPr bwMode="auto"/>
        <p:txBody>
          <a:bodyPr/>
          <a:lstStyle/>
          <a:p>
            <a:pPr>
              <a:defRPr/>
            </a:pPr>
            <a:r>
              <a:rPr lang="en-US"/>
              <a:t>Click to edit Master title style</a:t>
            </a:r>
            <a:endParaRPr lang="en-GB"/>
          </a:p>
        </p:txBody>
      </p:sp>
      <p:sp>
        <p:nvSpPr>
          <p:cNvPr id="1085537404" name="Vertical Text Placeholder 2"/>
          <p:cNvSpPr>
            <a:spLocks noGrp="1"/>
          </p:cNvSpPr>
          <p:nvPr>
            <p:ph type="body" orient="vert" idx="1"/>
          </p:nvPr>
        </p:nvSpPr>
        <p:spPr bwMode="auto"/>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603711674" name="Date Placeholder 3"/>
          <p:cNvSpPr>
            <a:spLocks noGrp="1"/>
          </p:cNvSpPr>
          <p:nvPr>
            <p:ph type="dt" sz="half" idx="10"/>
          </p:nvPr>
        </p:nvSpPr>
        <p:spPr bwMode="auto"/>
        <p:txBody>
          <a:bodyPr/>
          <a:lstStyle/>
          <a:p>
            <a:pPr>
              <a:defRPr/>
            </a:pPr>
            <a:fld id="{45EFB53B-4283-4614-AA56-2836F558098C}" type="datetime1">
              <a:rPr lang="en-GB"/>
              <a:t>25/09/2026</a:t>
            </a:fld>
            <a:endParaRPr lang="en-GB"/>
          </a:p>
        </p:txBody>
      </p:sp>
      <p:sp>
        <p:nvSpPr>
          <p:cNvPr id="1834972430" name="Footer Placeholder 4"/>
          <p:cNvSpPr>
            <a:spLocks noGrp="1"/>
          </p:cNvSpPr>
          <p:nvPr>
            <p:ph type="ftr" sz="quarter" idx="11"/>
          </p:nvPr>
        </p:nvSpPr>
        <p:spPr bwMode="auto"/>
        <p:txBody>
          <a:bodyPr/>
          <a:lstStyle/>
          <a:p>
            <a:pPr>
              <a:defRPr/>
            </a:pPr>
            <a:endParaRPr lang="en-GB"/>
          </a:p>
        </p:txBody>
      </p:sp>
      <p:sp>
        <p:nvSpPr>
          <p:cNvPr id="171777155" name="Slide Number Placeholder 5"/>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type="vertTitleAndTx" preserve="1" userDrawn="1">
  <p:cSld name="Vertical Title and Text">
    <p:spTree>
      <p:nvGrpSpPr>
        <p:cNvPr id="1" name=""/>
        <p:cNvGrpSpPr/>
        <p:nvPr/>
      </p:nvGrpSpPr>
      <p:grpSpPr bwMode="auto">
        <a:xfrm>
          <a:off x="0" y="0"/>
          <a:ext cx="0" cy="0"/>
          <a:chOff x="0" y="0"/>
          <a:chExt cx="0" cy="0"/>
        </a:xfrm>
      </p:grpSpPr>
      <p:sp>
        <p:nvSpPr>
          <p:cNvPr id="182719040" name="Vertical Title 1"/>
          <p:cNvSpPr>
            <a:spLocks noGrp="1"/>
          </p:cNvSpPr>
          <p:nvPr>
            <p:ph type="title" orient="vert"/>
          </p:nvPr>
        </p:nvSpPr>
        <p:spPr bwMode="auto">
          <a:xfrm>
            <a:off x="8724900" y="365125"/>
            <a:ext cx="2628900" cy="5811838"/>
          </a:xfrm>
        </p:spPr>
        <p:txBody>
          <a:bodyPr vert="eaVert"/>
          <a:lstStyle/>
          <a:p>
            <a:pPr>
              <a:defRPr/>
            </a:pPr>
            <a:r>
              <a:rPr lang="en-US"/>
              <a:t>Click to edit Master title style</a:t>
            </a:r>
            <a:endParaRPr lang="en-GB"/>
          </a:p>
        </p:txBody>
      </p:sp>
      <p:sp>
        <p:nvSpPr>
          <p:cNvPr id="169473098" name="Vertical Text Placeholder 2"/>
          <p:cNvSpPr>
            <a:spLocks noGrp="1"/>
          </p:cNvSpPr>
          <p:nvPr>
            <p:ph type="body" orient="vert" idx="1"/>
          </p:nvPr>
        </p:nvSpPr>
        <p:spPr bwMode="auto">
          <a:xfrm>
            <a:off x="838200" y="365125"/>
            <a:ext cx="7734300" cy="5811838"/>
          </a:xfrm>
        </p:spPr>
        <p:txBody>
          <a:bodyPr vert="eaVert"/>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1349532067" name="Date Placeholder 3"/>
          <p:cNvSpPr>
            <a:spLocks noGrp="1"/>
          </p:cNvSpPr>
          <p:nvPr>
            <p:ph type="dt" sz="half" idx="10"/>
          </p:nvPr>
        </p:nvSpPr>
        <p:spPr bwMode="auto"/>
        <p:txBody>
          <a:bodyPr/>
          <a:lstStyle/>
          <a:p>
            <a:pPr>
              <a:defRPr/>
            </a:pPr>
            <a:fld id="{D1402B87-9225-4AC5-89A7-3126065D2F81}" type="datetime1">
              <a:rPr lang="en-GB"/>
              <a:t>25/09/2026</a:t>
            </a:fld>
            <a:endParaRPr lang="en-GB"/>
          </a:p>
        </p:txBody>
      </p:sp>
      <p:sp>
        <p:nvSpPr>
          <p:cNvPr id="1141450923" name="Footer Placeholder 4"/>
          <p:cNvSpPr>
            <a:spLocks noGrp="1"/>
          </p:cNvSpPr>
          <p:nvPr>
            <p:ph type="ftr" sz="quarter" idx="11"/>
          </p:nvPr>
        </p:nvSpPr>
        <p:spPr bwMode="auto"/>
        <p:txBody>
          <a:bodyPr/>
          <a:lstStyle/>
          <a:p>
            <a:pPr>
              <a:defRPr/>
            </a:pPr>
            <a:endParaRPr lang="en-GB"/>
          </a:p>
        </p:txBody>
      </p:sp>
      <p:sp>
        <p:nvSpPr>
          <p:cNvPr id="1397432294" name="Slide Number Placeholder 5"/>
          <p:cNvSpPr>
            <a:spLocks noGrp="1"/>
          </p:cNvSpPr>
          <p:nvPr>
            <p:ph type="sldNum" sz="quarter" idx="12"/>
          </p:nvPr>
        </p:nvSpPr>
        <p:spPr bwMode="auto"/>
        <p:txBody>
          <a:bodyPr/>
          <a:lstStyle/>
          <a:p>
            <a:pPr>
              <a:defRPr/>
            </a:pPr>
            <a:fld id="{E7043A6F-1875-4D55-93DA-153A8F7922BC}" type="slidenum">
              <a:rPr lang="en-GB"/>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3">
            <a:lum/>
          </a:blip>
          <a:stretch>
            <a:fillRect t="-17000" b="-17000"/>
          </a:stretch>
        </a:blipFill>
        <a:effectLst/>
      </p:bgPr>
    </p:bg>
    <p:spTree>
      <p:nvGrpSpPr>
        <p:cNvPr id="1" name=""/>
        <p:cNvGrpSpPr/>
        <p:nvPr/>
      </p:nvGrpSpPr>
      <p:grpSpPr bwMode="auto">
        <a:xfrm>
          <a:off x="0" y="0"/>
          <a:ext cx="0" cy="0"/>
          <a:chOff x="0" y="0"/>
          <a:chExt cx="0" cy="0"/>
        </a:xfrm>
      </p:grpSpPr>
      <p:sp>
        <p:nvSpPr>
          <p:cNvPr id="1340902812"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lang="en-GB"/>
          </a:p>
        </p:txBody>
      </p:sp>
      <p:sp>
        <p:nvSpPr>
          <p:cNvPr id="60336687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lang="en-GB"/>
          </a:p>
        </p:txBody>
      </p:sp>
      <p:sp>
        <p:nvSpPr>
          <p:cNvPr id="233081903"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5F94063D-709F-4F7C-875F-B8A0C1175731}" type="datetime1">
              <a:rPr lang="en-GB"/>
              <a:t>25/09/2026</a:t>
            </a:fld>
            <a:endParaRPr lang="en-GB"/>
          </a:p>
        </p:txBody>
      </p:sp>
      <p:sp>
        <p:nvSpPr>
          <p:cNvPr id="263107979"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GB"/>
          </a:p>
        </p:txBody>
      </p:sp>
      <p:sp>
        <p:nvSpPr>
          <p:cNvPr id="612464418"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2000">
                <a:solidFill>
                  <a:schemeClr val="accent3"/>
                </a:solidFill>
                <a:latin typeface="Times New Roman"/>
                <a:cs typeface="Times New Roman"/>
              </a:defRPr>
            </a:lvl1pPr>
          </a:lstStyle>
          <a:p>
            <a:pPr>
              <a:defRPr/>
            </a:pPr>
            <a:fld id="{E7043A6F-1875-4D55-93DA-153A8F7922BC}" type="slidenum">
              <a:rPr lang="en-GB"/>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a:lnSpc>
          <a:spcPct val="90000"/>
        </a:lnSpc>
        <a:spcBef>
          <a:spcPts val="0"/>
        </a:spcBef>
        <a:buNone/>
        <a:defRPr sz="4000" b="1">
          <a:solidFill>
            <a:srgbClr val="996633"/>
          </a:solidFill>
          <a:latin typeface="Times New Roman"/>
          <a:ea typeface="+mj-ea"/>
          <a:cs typeface="Times New Roman"/>
        </a:defRPr>
      </a:lvl1pPr>
    </p:titleStyle>
    <p:bodyStyle>
      <a:lvl1pPr marL="228600" indent="-228600" algn="l" defTabSz="914400" rtl="0">
        <a:lnSpc>
          <a:spcPct val="90000"/>
        </a:lnSpc>
        <a:spcBef>
          <a:spcPts val="1000"/>
        </a:spcBef>
        <a:buFont typeface="Arial"/>
        <a:buChar char="•"/>
        <a:defRPr sz="3200">
          <a:solidFill>
            <a:schemeClr val="tx1"/>
          </a:solidFill>
          <a:latin typeface="Times New Roman"/>
          <a:ea typeface="+mn-ea"/>
          <a:cs typeface="Times New Roman"/>
        </a:defRPr>
      </a:lvl1pPr>
      <a:lvl2pPr marL="685800" indent="-228600" algn="l" defTabSz="914400" rtl="0">
        <a:lnSpc>
          <a:spcPct val="90000"/>
        </a:lnSpc>
        <a:spcBef>
          <a:spcPts val="500"/>
        </a:spcBef>
        <a:buFont typeface="Times New Roman"/>
        <a:buChar char="-"/>
        <a:defRPr sz="2800">
          <a:solidFill>
            <a:schemeClr val="tx1"/>
          </a:solidFill>
          <a:latin typeface="Times New Roman"/>
          <a:ea typeface="+mn-ea"/>
          <a:cs typeface="Times New Roman"/>
        </a:defRPr>
      </a:lvl2pPr>
      <a:lvl3pPr marL="1143000" indent="-228600" algn="l" defTabSz="914400" rtl="0">
        <a:lnSpc>
          <a:spcPct val="90000"/>
        </a:lnSpc>
        <a:spcBef>
          <a:spcPts val="500"/>
        </a:spcBef>
        <a:buFont typeface="Calibri"/>
        <a:buChar char="+"/>
        <a:defRPr sz="2400">
          <a:solidFill>
            <a:schemeClr val="tx1"/>
          </a:solidFill>
          <a:latin typeface="Times New Roman"/>
          <a:ea typeface="+mn-ea"/>
          <a:cs typeface="Times New Roman"/>
        </a:defRPr>
      </a:lvl3pPr>
      <a:lvl4pPr marL="1600200" indent="-228600" algn="l" defTabSz="914400" rtl="0">
        <a:lnSpc>
          <a:spcPct val="90000"/>
        </a:lnSpc>
        <a:spcBef>
          <a:spcPts val="500"/>
        </a:spcBef>
        <a:buFont typeface="Wingdings"/>
        <a:buChar char="§"/>
        <a:defRPr sz="2200">
          <a:solidFill>
            <a:schemeClr val="tx1"/>
          </a:solidFill>
          <a:latin typeface="Times New Roman"/>
          <a:ea typeface="+mn-ea"/>
          <a:cs typeface="Times New Roman"/>
        </a:defRPr>
      </a:lvl4pPr>
      <a:lvl5pPr marL="2057400" indent="-228600" algn="l" defTabSz="914400" rtl="0">
        <a:lnSpc>
          <a:spcPct val="90000"/>
        </a:lnSpc>
        <a:spcBef>
          <a:spcPts val="500"/>
        </a:spcBef>
        <a:buFont typeface="Wingdings"/>
        <a:buChar char="ü"/>
        <a:defRPr sz="2000">
          <a:solidFill>
            <a:schemeClr val="tx1"/>
          </a:solidFill>
          <a:latin typeface="Times New Roman"/>
          <a:ea typeface="+mn-ea"/>
          <a:cs typeface="Times New Roman"/>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12236297" name="Title 1"/>
          <p:cNvSpPr>
            <a:spLocks noGrp="1"/>
          </p:cNvSpPr>
          <p:nvPr>
            <p:ph type="ctrTitle"/>
          </p:nvPr>
        </p:nvSpPr>
        <p:spPr bwMode="auto"/>
        <p:txBody>
          <a:bodyPr/>
          <a:lstStyle/>
          <a:p>
            <a:pPr>
              <a:defRPr/>
            </a:pPr>
            <a:r>
              <a:rPr lang="en-GB" smtClean="0"/>
              <a:t>BỐ CỤC MỘT BÀI THUYẾT TRÌNH</a:t>
            </a:r>
            <a:endParaRPr lang="en-GB"/>
          </a:p>
        </p:txBody>
      </p:sp>
      <p:sp>
        <p:nvSpPr>
          <p:cNvPr id="993319899" name="Subtitle 2"/>
          <p:cNvSpPr>
            <a:spLocks noGrp="1"/>
          </p:cNvSpPr>
          <p:nvPr>
            <p:ph type="subTitle" idx="4294967295"/>
          </p:nvPr>
        </p:nvSpPr>
        <p:spPr bwMode="auto">
          <a:xfrm>
            <a:off x="1524000" y="3602037"/>
            <a:ext cx="9144000" cy="2274979"/>
          </a:xfrm>
        </p:spPr>
        <p:txBody>
          <a:bodyPr/>
          <a:lstStyle/>
          <a:p>
            <a:pPr marL="0" indent="0" algn="ctr">
              <a:buNone/>
              <a:defRPr/>
            </a:pPr>
            <a:r>
              <a:rPr lang="en-GB" b="1" smtClean="0"/>
              <a:t>ThS. Họ và Tên</a:t>
            </a:r>
          </a:p>
          <a:p>
            <a:pPr>
              <a:defRPr/>
            </a:pPr>
            <a:endParaRPr lang="en-GB"/>
          </a:p>
        </p:txBody>
      </p:sp>
      <p:sp>
        <p:nvSpPr>
          <p:cNvPr id="1653478911" name="Slide Number Placeholder 4"/>
          <p:cNvSpPr>
            <a:spLocks noGrp="1"/>
          </p:cNvSpPr>
          <p:nvPr>
            <p:ph type="sldNum" sz="quarter" idx="12"/>
          </p:nvPr>
        </p:nvSpPr>
        <p:spPr bwMode="auto"/>
        <p:txBody>
          <a:bodyPr/>
          <a:lstStyle/>
          <a:p>
            <a:pPr>
              <a:defRPr/>
            </a:pPr>
            <a:fld id="{E7043A6F-1875-4D55-93DA-153A8F7922BC}" type="slidenum">
              <a:rPr lang="en-GB" sz="3200">
                <a:solidFill>
                  <a:schemeClr val="bg1">
                    <a:lumMod val="50000"/>
                  </a:schemeClr>
                </a:solidFill>
              </a:rPr>
              <a:t>1</a:t>
            </a:fld>
            <a:endParaRPr lang="en-GB" sz="3200">
              <a:solidFill>
                <a:schemeClr val="bg1">
                  <a:lumMod val="50000"/>
                </a:schemeClr>
              </a:solidFill>
            </a:endParaRPr>
          </a:p>
        </p:txBody>
      </p:sp>
      <p:sp>
        <p:nvSpPr>
          <p:cNvPr id="2" name="Rectangle 1"/>
          <p:cNvSpPr/>
          <p:nvPr/>
        </p:nvSpPr>
        <p:spPr>
          <a:xfrm>
            <a:off x="6096000" y="5507425"/>
            <a:ext cx="4474302" cy="461665"/>
          </a:xfrm>
          <a:prstGeom prst="rect">
            <a:avLst/>
          </a:prstGeom>
        </p:spPr>
        <p:txBody>
          <a:bodyPr wrap="none">
            <a:spAutoFit/>
          </a:bodyPr>
          <a:lstStyle/>
          <a:p>
            <a:pPr algn="r">
              <a:defRPr/>
            </a:pPr>
            <a:r>
              <a:rPr lang="en-GB" sz="2400" b="1">
                <a:latin typeface="Times New Roman" panose="02020603050405020304" pitchFamily="18" charset="0"/>
                <a:cs typeface="Times New Roman" panose="02020603050405020304" pitchFamily="18" charset="0"/>
              </a:rPr>
              <a:t>Trích từ tủ sách khoa học VLOS</a:t>
            </a:r>
            <a:endParaRPr lang="en-GB" sz="2400" b="1">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p14:dur="500" advClick="1"/>
    </mc:Choice>
    <mc:Fallback>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41025776" name="Title 1"/>
          <p:cNvSpPr>
            <a:spLocks noGrp="1"/>
          </p:cNvSpPr>
          <p:nvPr>
            <p:ph type="title"/>
          </p:nvPr>
        </p:nvSpPr>
        <p:spPr bwMode="auto"/>
        <p:txBody>
          <a:bodyPr/>
          <a:lstStyle/>
          <a:p>
            <a:pPr>
              <a:defRPr/>
            </a:pPr>
            <a:r>
              <a:rPr lang="en-US"/>
              <a:t>Giới thiệu</a:t>
            </a:r>
            <a:endParaRPr lang="en-GB"/>
          </a:p>
        </p:txBody>
      </p:sp>
      <p:sp>
        <p:nvSpPr>
          <p:cNvPr id="352434608" name="Content Placeholder 2"/>
          <p:cNvSpPr>
            <a:spLocks noGrp="1"/>
          </p:cNvSpPr>
          <p:nvPr>
            <p:ph idx="1"/>
          </p:nvPr>
        </p:nvSpPr>
        <p:spPr bwMode="auto"/>
        <p:txBody>
          <a:bodyPr/>
          <a:lstStyle/>
          <a:p>
            <a:pPr>
              <a:defRPr/>
            </a:pPr>
            <a:r>
              <a:rPr lang="en-US"/>
              <a:t>Phần mở đầu</a:t>
            </a:r>
          </a:p>
          <a:p>
            <a:pPr lvl="1">
              <a:defRPr/>
            </a:pPr>
            <a:r>
              <a:rPr lang="en-US"/>
              <a:t>Cần đạt được được mục đích</a:t>
            </a:r>
          </a:p>
          <a:p>
            <a:pPr>
              <a:defRPr/>
            </a:pPr>
            <a:r>
              <a:rPr lang="en-US"/>
              <a:t>Phần chính</a:t>
            </a:r>
          </a:p>
          <a:p>
            <a:pPr lvl="1">
              <a:defRPr/>
            </a:pPr>
            <a:r>
              <a:rPr lang="en-US"/>
              <a:t>Đưa ra giải pháp, ý kiến</a:t>
            </a:r>
          </a:p>
          <a:p>
            <a:pPr>
              <a:defRPr/>
            </a:pPr>
            <a:r>
              <a:rPr lang="en-US"/>
              <a:t>Phần kết</a:t>
            </a:r>
          </a:p>
          <a:p>
            <a:pPr lvl="1">
              <a:defRPr/>
            </a:pPr>
            <a:r>
              <a:rPr lang="en-US"/>
              <a:t>Tóm tắt các nội dung đã được trình bày</a:t>
            </a:r>
            <a:endParaRPr lang="en-GB"/>
          </a:p>
        </p:txBody>
      </p:sp>
      <p:sp>
        <p:nvSpPr>
          <p:cNvPr id="129496362" name="Slide Number Placeholder 3"/>
          <p:cNvSpPr>
            <a:spLocks noGrp="1"/>
          </p:cNvSpPr>
          <p:nvPr>
            <p:ph type="sldNum" sz="quarter" idx="12"/>
          </p:nvPr>
        </p:nvSpPr>
        <p:spPr bwMode="auto"/>
        <p:txBody>
          <a:bodyPr/>
          <a:lstStyle/>
          <a:p>
            <a:pPr>
              <a:defRPr/>
            </a:pPr>
            <a:fld id="{E7043A6F-1875-4D55-93DA-153A8F7922BC}" type="slidenum">
              <a:rPr lang="en-GB"/>
              <a:t>2</a:t>
            </a:fld>
            <a:endParaRPr lang="en-GB"/>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159:morph option="byObject"/>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90320504" name="Title 1"/>
          <p:cNvSpPr>
            <a:spLocks noGrp="1"/>
          </p:cNvSpPr>
          <p:nvPr>
            <p:ph type="title"/>
          </p:nvPr>
        </p:nvSpPr>
        <p:spPr bwMode="auto"/>
        <p:txBody>
          <a:bodyPr/>
          <a:lstStyle/>
          <a:p>
            <a:pPr>
              <a:defRPr/>
            </a:pPr>
            <a:r>
              <a:rPr lang="en-US"/>
              <a:t>Phần mở đầu</a:t>
            </a:r>
            <a:endParaRPr lang="en-GB"/>
          </a:p>
        </p:txBody>
      </p:sp>
      <p:sp>
        <p:nvSpPr>
          <p:cNvPr id="1100046642" name="Content Placeholder 2"/>
          <p:cNvSpPr>
            <a:spLocks noGrp="1"/>
          </p:cNvSpPr>
          <p:nvPr>
            <p:ph idx="1"/>
          </p:nvPr>
        </p:nvSpPr>
        <p:spPr bwMode="auto"/>
        <p:txBody>
          <a:bodyPr/>
          <a:lstStyle/>
          <a:p>
            <a:pPr>
              <a:defRPr/>
            </a:pPr>
            <a:r>
              <a:rPr lang="en-US"/>
              <a:t>Thu hút sự chú ý của người nghe</a:t>
            </a:r>
          </a:p>
          <a:p>
            <a:pPr lvl="1">
              <a:defRPr/>
            </a:pPr>
            <a:r>
              <a:rPr lang="en-US" u="sng">
                <a:hlinkClick r:id="rId3" action="ppaction://hlinksldjump" tooltip="Slide 7"/>
              </a:rPr>
              <a:t>Sử dụng một đoạn trích dẫn</a:t>
            </a:r>
            <a:endParaRPr lang="en-US"/>
          </a:p>
          <a:p>
            <a:pPr lvl="1">
              <a:defRPr/>
            </a:pPr>
            <a:r>
              <a:rPr lang="en-US"/>
              <a:t>Một câu hỏi</a:t>
            </a:r>
          </a:p>
          <a:p>
            <a:pPr lvl="1">
              <a:defRPr/>
            </a:pPr>
            <a:r>
              <a:rPr lang="en-US"/>
              <a:t>Một lời hứa</a:t>
            </a:r>
          </a:p>
          <a:p>
            <a:pPr lvl="1">
              <a:defRPr/>
            </a:pPr>
            <a:r>
              <a:rPr lang="en-US"/>
              <a:t>Thậm chí làm mọi người phải hoạt động</a:t>
            </a:r>
          </a:p>
          <a:p>
            <a:pPr>
              <a:defRPr/>
            </a:pPr>
            <a:r>
              <a:rPr lang="en-US"/>
              <a:t>Tóm lược cấc nội dung liên quan</a:t>
            </a:r>
          </a:p>
          <a:p>
            <a:pPr lvl="1">
              <a:defRPr/>
            </a:pPr>
            <a:r>
              <a:rPr lang="en-US"/>
              <a:t>Đã được trình bày</a:t>
            </a:r>
          </a:p>
          <a:p>
            <a:pPr lvl="1">
              <a:defRPr/>
            </a:pPr>
            <a:r>
              <a:rPr lang="en-US"/>
              <a:t>Được đa số người nghe biết rõ</a:t>
            </a:r>
          </a:p>
          <a:p>
            <a:pPr marL="457200" lvl="1" indent="0">
              <a:buFont typeface="Times New Roman"/>
              <a:buNone/>
              <a:defRPr/>
            </a:pPr>
            <a:endParaRPr lang="en-GB"/>
          </a:p>
        </p:txBody>
      </p:sp>
      <p:sp>
        <p:nvSpPr>
          <p:cNvPr id="1782821172" name="Slide Number Placeholder 3"/>
          <p:cNvSpPr>
            <a:spLocks noGrp="1"/>
          </p:cNvSpPr>
          <p:nvPr>
            <p:ph type="sldNum" sz="quarter" idx="12"/>
          </p:nvPr>
        </p:nvSpPr>
        <p:spPr bwMode="auto"/>
        <p:txBody>
          <a:bodyPr/>
          <a:lstStyle/>
          <a:p>
            <a:pPr>
              <a:defRPr/>
            </a:pPr>
            <a:fld id="{E7043A6F-1875-4D55-93DA-153A8F7922BC}" type="slidenum">
              <a:rPr lang="en-GB"/>
              <a:t>3</a:t>
            </a:fld>
            <a:endParaRPr lang="en-GB"/>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spd="fast" p14:dur="500" advClick="1">
        <p159:morph option="byObject"/>
      </p:transition>
    </mc:Choice>
    <mc:Fallback>
      <p:transition>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35137341" name="Title 1"/>
          <p:cNvSpPr>
            <a:spLocks noGrp="1"/>
          </p:cNvSpPr>
          <p:nvPr>
            <p:ph type="title"/>
          </p:nvPr>
        </p:nvSpPr>
        <p:spPr bwMode="auto"/>
        <p:txBody>
          <a:bodyPr/>
          <a:lstStyle/>
          <a:p>
            <a:pPr>
              <a:defRPr/>
            </a:pPr>
            <a:r>
              <a:rPr lang="en-US"/>
              <a:t>Phần chính</a:t>
            </a:r>
            <a:endParaRPr lang="en-GB"/>
          </a:p>
        </p:txBody>
      </p:sp>
      <p:sp>
        <p:nvSpPr>
          <p:cNvPr id="1245989265" name="Content Placeholder 2"/>
          <p:cNvSpPr>
            <a:spLocks noGrp="1"/>
          </p:cNvSpPr>
          <p:nvPr>
            <p:ph idx="1"/>
          </p:nvPr>
        </p:nvSpPr>
        <p:spPr bwMode="auto"/>
        <p:txBody>
          <a:bodyPr/>
          <a:lstStyle/>
          <a:p>
            <a:pPr>
              <a:defRPr/>
            </a:pPr>
            <a:r>
              <a:rPr lang="en-US"/>
              <a:t>Phần chính với các nội dung </a:t>
            </a:r>
            <a:endParaRPr/>
          </a:p>
          <a:p>
            <a:pPr lvl="1">
              <a:defRPr/>
            </a:pPr>
            <a:r>
              <a:rPr lang="en-US"/>
              <a:t>Vấn đề cần giải quyết, yêu cầu công việc</a:t>
            </a:r>
          </a:p>
          <a:p>
            <a:pPr lvl="1">
              <a:defRPr/>
            </a:pPr>
            <a:r>
              <a:rPr lang="en-US"/>
              <a:t>Ý tưởng và giải pháp</a:t>
            </a:r>
          </a:p>
          <a:p>
            <a:pPr lvl="1">
              <a:defRPr/>
            </a:pPr>
            <a:r>
              <a:rPr lang="en-US" u="sng">
                <a:hlinkClick r:id="rId3" action="ppaction://hlinksldjump" tooltip="Slide 8"/>
              </a:rPr>
              <a:t>Cung cấp ví dụ để chứng minh</a:t>
            </a:r>
            <a:endParaRPr lang="en-US"/>
          </a:p>
          <a:p>
            <a:pPr lvl="1">
              <a:defRPr/>
            </a:pPr>
            <a:r>
              <a:rPr lang="en-US"/>
              <a:t>Lợi ích khi áp dụng giải pháp</a:t>
            </a:r>
          </a:p>
          <a:p>
            <a:pPr lvl="1">
              <a:defRPr/>
            </a:pPr>
            <a:r>
              <a:rPr lang="en-US"/>
              <a:t>Chương trình hành động/các việc làm cụ thể</a:t>
            </a:r>
            <a:endParaRPr lang="en-GB"/>
          </a:p>
        </p:txBody>
      </p:sp>
      <p:sp>
        <p:nvSpPr>
          <p:cNvPr id="1431111170" name="Slide Number Placeholder 3"/>
          <p:cNvSpPr>
            <a:spLocks noGrp="1"/>
          </p:cNvSpPr>
          <p:nvPr>
            <p:ph type="sldNum" sz="quarter" idx="12"/>
          </p:nvPr>
        </p:nvSpPr>
        <p:spPr bwMode="auto"/>
        <p:txBody>
          <a:bodyPr/>
          <a:lstStyle/>
          <a:p>
            <a:pPr>
              <a:defRPr/>
            </a:pPr>
            <a:fld id="{E7043A6F-1875-4D55-93DA-153A8F7922BC}" type="slidenum">
              <a:rPr lang="en-GB"/>
              <a:t>4</a:t>
            </a:fld>
            <a:endParaRPr lang="en-GB"/>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p14:dur="500" advClick="1"/>
    </mc:Choice>
    <mc:Fallback>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38054029" name="Title 1"/>
          <p:cNvSpPr>
            <a:spLocks noGrp="1"/>
          </p:cNvSpPr>
          <p:nvPr>
            <p:ph type="title"/>
          </p:nvPr>
        </p:nvSpPr>
        <p:spPr bwMode="auto"/>
        <p:txBody>
          <a:bodyPr/>
          <a:lstStyle/>
          <a:p>
            <a:pPr>
              <a:defRPr/>
            </a:pPr>
            <a:r>
              <a:rPr lang="en-US"/>
              <a:t>Phần kết</a:t>
            </a:r>
            <a:endParaRPr lang="en-GB"/>
          </a:p>
        </p:txBody>
      </p:sp>
      <p:sp>
        <p:nvSpPr>
          <p:cNvPr id="1030992002" name="Content Placeholder 2"/>
          <p:cNvSpPr>
            <a:spLocks noGrp="1"/>
          </p:cNvSpPr>
          <p:nvPr>
            <p:ph idx="1"/>
          </p:nvPr>
        </p:nvSpPr>
        <p:spPr bwMode="auto"/>
        <p:txBody>
          <a:bodyPr/>
          <a:lstStyle/>
          <a:p>
            <a:pPr>
              <a:defRPr/>
            </a:pPr>
            <a:r>
              <a:rPr lang="en-US"/>
              <a:t>Tóm tắt</a:t>
            </a:r>
          </a:p>
          <a:p>
            <a:pPr>
              <a:defRPr/>
            </a:pPr>
            <a:r>
              <a:rPr lang="en-US"/>
              <a:t>Kết luận cuối cùng</a:t>
            </a:r>
          </a:p>
          <a:p>
            <a:pPr lvl="1">
              <a:defRPr/>
            </a:pPr>
            <a:r>
              <a:rPr lang="en-US"/>
              <a:t>Liệu còn điều gì bạn muốn nghe ghi nhớ?</a:t>
            </a:r>
            <a:endParaRPr lang="en-GB"/>
          </a:p>
        </p:txBody>
      </p:sp>
      <p:sp>
        <p:nvSpPr>
          <p:cNvPr id="1824249768" name="Slide Number Placeholder 3"/>
          <p:cNvSpPr>
            <a:spLocks noGrp="1"/>
          </p:cNvSpPr>
          <p:nvPr>
            <p:ph type="sldNum" sz="quarter" idx="12"/>
          </p:nvPr>
        </p:nvSpPr>
        <p:spPr bwMode="auto"/>
        <p:txBody>
          <a:bodyPr/>
          <a:lstStyle/>
          <a:p>
            <a:pPr>
              <a:defRPr/>
            </a:pPr>
            <a:fld id="{E7043A6F-1875-4D55-93DA-153A8F7922BC}" type="slidenum">
              <a:rPr lang="en-GB"/>
              <a:t>5</a:t>
            </a:fld>
            <a:endParaRPr lang="en-GB"/>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p14:dur="500" advClick="1"/>
    </mc:Choice>
    <mc:Fallback>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22655871" name="Title 1"/>
          <p:cNvSpPr>
            <a:spLocks noGrp="1"/>
          </p:cNvSpPr>
          <p:nvPr>
            <p:ph type="title"/>
          </p:nvPr>
        </p:nvSpPr>
        <p:spPr bwMode="auto">
          <a:xfrm>
            <a:off x="3457112" y="2863872"/>
            <a:ext cx="6317202" cy="1325563"/>
          </a:xfrm>
        </p:spPr>
        <p:txBody>
          <a:bodyPr/>
          <a:lstStyle/>
          <a:p>
            <a:pPr>
              <a:defRPr/>
            </a:pPr>
            <a:r>
              <a:rPr lang="en-US"/>
              <a:t>Cảm ơn sự chú ý của quý vị</a:t>
            </a:r>
            <a:endParaRPr lang="en-GB"/>
          </a:p>
        </p:txBody>
      </p:sp>
      <p:sp>
        <p:nvSpPr>
          <p:cNvPr id="57667094" name="Slide Number Placeholder 2"/>
          <p:cNvSpPr>
            <a:spLocks noGrp="1"/>
          </p:cNvSpPr>
          <p:nvPr>
            <p:ph type="sldNum" sz="quarter" idx="12"/>
          </p:nvPr>
        </p:nvSpPr>
        <p:spPr bwMode="auto"/>
        <p:txBody>
          <a:bodyPr/>
          <a:lstStyle/>
          <a:p>
            <a:pPr>
              <a:defRPr/>
            </a:pPr>
            <a:fld id="{E7043A6F-1875-4D55-93DA-153A8F7922BC}" type="slidenum">
              <a:rPr lang="en-GB"/>
              <a:t>6</a:t>
            </a:fld>
            <a:endParaRPr lang="en-GB"/>
          </a:p>
        </p:txBody>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p14:dur="500" advClick="1"/>
    </mc:Choice>
    <mc:Fallback>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5282410" name="Title 1"/>
          <p:cNvSpPr>
            <a:spLocks noGrp="1"/>
          </p:cNvSpPr>
          <p:nvPr>
            <p:ph type="title"/>
          </p:nvPr>
        </p:nvSpPr>
        <p:spPr bwMode="auto"/>
        <p:txBody>
          <a:bodyPr>
            <a:normAutofit/>
          </a:bodyPr>
          <a:lstStyle/>
          <a:p>
            <a:pPr>
              <a:defRPr/>
            </a:pPr>
            <a:r>
              <a:rPr lang="en-US" sz="3600"/>
              <a:t>Ví dụ: sử dụng một đoạn trích dẫn khi giơi thiệu</a:t>
            </a:r>
            <a:endParaRPr lang="en-GB" sz="3600"/>
          </a:p>
        </p:txBody>
      </p:sp>
      <p:sp>
        <p:nvSpPr>
          <p:cNvPr id="1946476360" name="Content Placeholder 2"/>
          <p:cNvSpPr>
            <a:spLocks noGrp="1"/>
          </p:cNvSpPr>
          <p:nvPr>
            <p:ph idx="1"/>
          </p:nvPr>
        </p:nvSpPr>
        <p:spPr bwMode="auto"/>
        <p:txBody>
          <a:bodyPr/>
          <a:lstStyle/>
          <a:p>
            <a:pPr>
              <a:defRPr/>
            </a:pPr>
            <a:r>
              <a:rPr lang="en-GB"/>
              <a:t>Ví dụ</a:t>
            </a:r>
            <a:r>
              <a:rPr lang="en-US"/>
              <a:t>: Ta có thể phát biểu trích dẫn lợi ích khi học ngành công nghệ thông tin </a:t>
            </a:r>
          </a:p>
          <a:p>
            <a:pPr>
              <a:defRPr/>
            </a:pPr>
            <a:r>
              <a:rPr lang="en-US"/>
              <a:t>      “Hàng năm, công nghệ mới luôn được phát triển và thể hiện tầm quan trọng của nó đối với cuộc sống. Các doanh nghiệp cũng thay đôti theo hướng cập nhật công nghệ thông tin và yêu cầu sự thay đổi về nhân sự thiếu công nghệ. Ngành học CNTT được coi là lĩnh vực ngày một phát triển va trở nên hữu ích cho các bạn muốn xây dựng sự nghiệp với ngành này. Vậy những lợi ích khi học ngành CNTT là gì?”</a:t>
            </a:r>
            <a:endParaRPr lang="en-GB"/>
          </a:p>
        </p:txBody>
      </p:sp>
      <p:sp>
        <p:nvSpPr>
          <p:cNvPr id="484331757" name="Slide Number Placeholder 3"/>
          <p:cNvSpPr>
            <a:spLocks noGrp="1"/>
          </p:cNvSpPr>
          <p:nvPr>
            <p:ph type="sldNum" sz="quarter" idx="12"/>
          </p:nvPr>
        </p:nvSpPr>
        <p:spPr bwMode="auto"/>
        <p:txBody>
          <a:bodyPr/>
          <a:lstStyle/>
          <a:p>
            <a:pPr>
              <a:defRPr/>
            </a:pPr>
            <a:fld id="{E7043A6F-1875-4D55-93DA-153A8F7922BC}" type="slidenum">
              <a:rPr lang="en-GB"/>
              <a:t>7</a:t>
            </a:fld>
            <a:endParaRPr lang="en-GB"/>
          </a:p>
        </p:txBody>
      </p:sp>
      <p:sp>
        <p:nvSpPr>
          <p:cNvPr id="383796812" name="Action Button: Return 383796811">
            <a:hlinkClick r:id="rId3" action="ppaction://hlinksldjump" tooltip="Previous slide"/>
          </p:cNvPr>
          <p:cNvSpPr/>
          <p:nvPr/>
        </p:nvSpPr>
        <p:spPr bwMode="auto">
          <a:xfrm>
            <a:off x="6339340" y="6031634"/>
            <a:ext cx="987136" cy="649431"/>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p14:dur="500" advClick="1"/>
    </mc:Choice>
    <mc:Fallback>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97856562" name="Title 1"/>
          <p:cNvSpPr>
            <a:spLocks noGrp="1"/>
          </p:cNvSpPr>
          <p:nvPr>
            <p:ph type="title"/>
          </p:nvPr>
        </p:nvSpPr>
        <p:spPr bwMode="auto"/>
        <p:txBody>
          <a:bodyPr>
            <a:normAutofit/>
          </a:bodyPr>
          <a:lstStyle/>
          <a:p>
            <a:pPr>
              <a:defRPr/>
            </a:pPr>
            <a:r>
              <a:rPr lang="en-US" sz="3600"/>
              <a:t>Ví dụ minh chứng một vấn đề</a:t>
            </a:r>
            <a:endParaRPr lang="en-GB" sz="3600"/>
          </a:p>
        </p:txBody>
      </p:sp>
      <p:sp>
        <p:nvSpPr>
          <p:cNvPr id="723829332" name="Content Placeholder 2"/>
          <p:cNvSpPr>
            <a:spLocks noGrp="1"/>
          </p:cNvSpPr>
          <p:nvPr>
            <p:ph idx="1"/>
          </p:nvPr>
        </p:nvSpPr>
        <p:spPr bwMode="auto"/>
        <p:txBody>
          <a:bodyPr/>
          <a:lstStyle/>
          <a:p>
            <a:pPr>
              <a:defRPr/>
            </a:pPr>
            <a:r>
              <a:rPr lang="en-GB"/>
              <a:t>Bảng thống kê kết quả tuyển sinh 2020</a:t>
            </a:r>
          </a:p>
          <a:p>
            <a:pPr>
              <a:defRPr/>
            </a:pPr>
            <a:endParaRPr lang="en-US"/>
          </a:p>
        </p:txBody>
      </p:sp>
      <p:sp>
        <p:nvSpPr>
          <p:cNvPr id="1228120322" name="Slide Number Placeholder 3"/>
          <p:cNvSpPr>
            <a:spLocks noGrp="1"/>
          </p:cNvSpPr>
          <p:nvPr>
            <p:ph type="sldNum" sz="quarter" idx="12"/>
          </p:nvPr>
        </p:nvSpPr>
        <p:spPr bwMode="auto"/>
        <p:txBody>
          <a:bodyPr/>
          <a:lstStyle/>
          <a:p>
            <a:pPr>
              <a:defRPr/>
            </a:pPr>
            <a:fld id="{8AC23F99-4408-85DD-7648-793DB98F1011}" type="slidenum">
              <a:rPr lang="en-GB"/>
              <a:t>8</a:t>
            </a:fld>
            <a:endParaRPr lang="en-GB"/>
          </a:p>
        </p:txBody>
      </p:sp>
      <p:sp>
        <p:nvSpPr>
          <p:cNvPr id="1962159340" name="Action Button: Return 1962159339">
            <a:hlinkClick r:id="rId3" action="ppaction://hlinksldjump" tooltip="Previous slide"/>
          </p:cNvPr>
          <p:cNvSpPr/>
          <p:nvPr/>
        </p:nvSpPr>
        <p:spPr bwMode="auto">
          <a:xfrm>
            <a:off x="8402610" y="1027906"/>
            <a:ext cx="1004454" cy="874568"/>
          </a:xfrm>
          <a:prstGeom prst="actionButtonReturn">
            <a:avLst/>
          </a:prstGeom>
        </p:spPr>
        <p:style>
          <a:lnRef idx="2">
            <a:schemeClr val="accent1">
              <a:shade val="50000"/>
            </a:schemeClr>
          </a:lnRef>
          <a:fillRef idx="1">
            <a:schemeClr val="accent1"/>
          </a:fillRef>
          <a:effectRef idx="0">
            <a:schemeClr val="accent1"/>
          </a:effectRef>
          <a:fontRef idx="minor">
            <a:schemeClr val="lt1"/>
          </a:fontRef>
        </p:style>
      </p:sp>
      <p:graphicFrame>
        <p:nvGraphicFramePr>
          <p:cNvPr id="3" name="Table 2"/>
          <p:cNvGraphicFramePr>
            <a:graphicFrameLocks noGrp="1"/>
          </p:cNvGraphicFramePr>
          <p:nvPr>
            <p:extLst>
              <p:ext uri="{D42A27DB-BD31-4B8C-83A1-F6EECF244321}">
                <p14:modId xmlns:p14="http://schemas.microsoft.com/office/powerpoint/2010/main" val="2722413666"/>
              </p:ext>
            </p:extLst>
          </p:nvPr>
        </p:nvGraphicFramePr>
        <p:xfrm>
          <a:off x="1502875" y="2577433"/>
          <a:ext cx="9098733" cy="3708400"/>
        </p:xfrm>
        <a:graphic>
          <a:graphicData uri="http://schemas.openxmlformats.org/drawingml/2006/table">
            <a:tbl>
              <a:tblPr firstRow="1" bandRow="1">
                <a:tableStyleId>{5C22544A-7EE6-4342-B048-85BDC9FD1C3A}</a:tableStyleId>
              </a:tblPr>
              <a:tblGrid>
                <a:gridCol w="6201624"/>
                <a:gridCol w="2897109"/>
              </a:tblGrid>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Tên</a:t>
                      </a:r>
                      <a:r>
                        <a:rPr lang="en-US" b="1" baseline="0" smtClean="0">
                          <a:solidFill>
                            <a:schemeClr val="tx1"/>
                          </a:solidFill>
                          <a:latin typeface="Times New Roman" panose="02020603050405020304" pitchFamily="18" charset="0"/>
                          <a:cs typeface="Times New Roman" panose="02020603050405020304" pitchFamily="18" charset="0"/>
                        </a:rPr>
                        <a:t> ngành/chuyên ngành</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Số</a:t>
                      </a:r>
                      <a:r>
                        <a:rPr lang="en-US" b="1" baseline="0" smtClean="0">
                          <a:solidFill>
                            <a:schemeClr val="tx1"/>
                          </a:solidFill>
                          <a:latin typeface="Times New Roman" panose="02020603050405020304" pitchFamily="18" charset="0"/>
                          <a:cs typeface="Times New Roman" panose="02020603050405020304" pitchFamily="18" charset="0"/>
                        </a:rPr>
                        <a:t> lượng tuyển sinh</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Công</a:t>
                      </a:r>
                      <a:r>
                        <a:rPr lang="en-US" b="1" baseline="0" smtClean="0">
                          <a:solidFill>
                            <a:schemeClr val="tx1"/>
                          </a:solidFill>
                          <a:latin typeface="Times New Roman" panose="02020603050405020304" pitchFamily="18" charset="0"/>
                          <a:cs typeface="Times New Roman" panose="02020603050405020304" pitchFamily="18" charset="0"/>
                        </a:rPr>
                        <a:t> nghệ thông tin</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272</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smtClean="0">
                          <a:solidFill>
                            <a:schemeClr val="tx1"/>
                          </a:solidFill>
                          <a:latin typeface="Times New Roman" panose="02020603050405020304" pitchFamily="18" charset="0"/>
                          <a:cs typeface="Times New Roman" panose="02020603050405020304" pitchFamily="18" charset="0"/>
                        </a:rPr>
                        <a:t>Công</a:t>
                      </a:r>
                      <a:r>
                        <a:rPr lang="en-US" b="1" baseline="0" smtClean="0">
                          <a:solidFill>
                            <a:schemeClr val="tx1"/>
                          </a:solidFill>
                          <a:latin typeface="Times New Roman" panose="02020603050405020304" pitchFamily="18" charset="0"/>
                          <a:cs typeface="Times New Roman" panose="02020603050405020304" pitchFamily="18" charset="0"/>
                        </a:rPr>
                        <a:t> nghệ thông tin - CLC</a:t>
                      </a:r>
                      <a:endParaRPr lang="en-US" b="1"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144</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b="1" smtClean="0">
                          <a:solidFill>
                            <a:schemeClr val="tx1"/>
                          </a:solidFill>
                          <a:latin typeface="Times New Roman" panose="02020603050405020304" pitchFamily="18" charset="0"/>
                          <a:cs typeface="Times New Roman" panose="02020603050405020304" pitchFamily="18" charset="0"/>
                        </a:rPr>
                        <a:t>Công</a:t>
                      </a:r>
                      <a:r>
                        <a:rPr lang="en-US" b="1" baseline="0" smtClean="0">
                          <a:solidFill>
                            <a:schemeClr val="tx1"/>
                          </a:solidFill>
                          <a:latin typeface="Times New Roman" panose="02020603050405020304" pitchFamily="18" charset="0"/>
                          <a:cs typeface="Times New Roman" panose="02020603050405020304" pitchFamily="18" charset="0"/>
                        </a:rPr>
                        <a:t> nghệ thông tin - HA</a:t>
                      </a:r>
                      <a:endParaRPr lang="en-US" b="1" smtClean="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75</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Mạng</a:t>
                      </a:r>
                      <a:r>
                        <a:rPr lang="en-US" b="1" baseline="0" smtClean="0">
                          <a:solidFill>
                            <a:schemeClr val="tx1"/>
                          </a:solidFill>
                          <a:latin typeface="Times New Roman" panose="02020603050405020304" pitchFamily="18" charset="0"/>
                          <a:cs typeface="Times New Roman" panose="02020603050405020304" pitchFamily="18" charset="0"/>
                        </a:rPr>
                        <a:t> máy tính và truyền thông dữ liệu</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149</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Kỹ thuật</a:t>
                      </a:r>
                      <a:r>
                        <a:rPr lang="en-US" b="1" baseline="0" smtClean="0">
                          <a:solidFill>
                            <a:schemeClr val="tx1"/>
                          </a:solidFill>
                          <a:latin typeface="Times New Roman" panose="02020603050405020304" pitchFamily="18" charset="0"/>
                          <a:cs typeface="Times New Roman" panose="02020603050405020304" pitchFamily="18" charset="0"/>
                        </a:rPr>
                        <a:t> phần mềm</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266</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Hệ</a:t>
                      </a:r>
                      <a:r>
                        <a:rPr lang="en-US" b="1" baseline="0" smtClean="0">
                          <a:solidFill>
                            <a:schemeClr val="tx1"/>
                          </a:solidFill>
                          <a:latin typeface="Times New Roman" panose="02020603050405020304" pitchFamily="18" charset="0"/>
                          <a:cs typeface="Times New Roman" panose="02020603050405020304" pitchFamily="18" charset="0"/>
                        </a:rPr>
                        <a:t> thống thông tin </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135</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Khoa học</a:t>
                      </a:r>
                      <a:r>
                        <a:rPr lang="en-US" b="1" baseline="0" smtClean="0">
                          <a:solidFill>
                            <a:schemeClr val="tx1"/>
                          </a:solidFill>
                          <a:latin typeface="Times New Roman" panose="02020603050405020304" pitchFamily="18" charset="0"/>
                          <a:cs typeface="Times New Roman" panose="02020603050405020304" pitchFamily="18" charset="0"/>
                        </a:rPr>
                        <a:t> máy tính</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178</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Tin học</a:t>
                      </a:r>
                      <a:r>
                        <a:rPr lang="en-US" b="1" baseline="0" smtClean="0">
                          <a:solidFill>
                            <a:schemeClr val="tx1"/>
                          </a:solidFill>
                          <a:latin typeface="Times New Roman" panose="02020603050405020304" pitchFamily="18" charset="0"/>
                          <a:cs typeface="Times New Roman" panose="02020603050405020304" pitchFamily="18" charset="0"/>
                        </a:rPr>
                        <a:t> ứng dụng</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32</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r h="370840">
                <a:tc>
                  <a:txBody>
                    <a:bodyPr/>
                    <a:lstStyle/>
                    <a:p>
                      <a:r>
                        <a:rPr lang="en-US" b="1" smtClean="0">
                          <a:solidFill>
                            <a:schemeClr val="tx1"/>
                          </a:solidFill>
                          <a:latin typeface="Times New Roman" panose="02020603050405020304" pitchFamily="18" charset="0"/>
                          <a:cs typeface="Times New Roman" panose="02020603050405020304" pitchFamily="18" charset="0"/>
                        </a:rPr>
                        <a:t>Tổng</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a:r>
                        <a:rPr lang="en-US" b="1" smtClean="0">
                          <a:solidFill>
                            <a:schemeClr val="tx1"/>
                          </a:solidFill>
                          <a:latin typeface="Times New Roman" panose="02020603050405020304" pitchFamily="18" charset="0"/>
                          <a:cs typeface="Times New Roman" panose="02020603050405020304" pitchFamily="18" charset="0"/>
                        </a:rPr>
                        <a:t>1251</a:t>
                      </a:r>
                      <a:endParaRPr lang="en-US" b="1">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Tree>
  </p:cSld>
  <p:clrMapOvr>
    <a:masterClrMapping/>
  </p:clrMapOvr>
  <mc:AlternateContent xmlns:mc="http://schemas.openxmlformats.org/markup-compatibility/2006">
    <mc:Choice xmlns="" xmlns:m="http://schemas.openxmlformats.org/officeDocument/2006/math" xmlns:w="http://schemas.openxmlformats.org/wordprocessingml/2006/main" xmlns:p159="http://schemas.microsoft.com/office/powerpoint/2015/09/main" xmlns:p14="http://schemas.microsoft.com/office/powerpoint/2010/main" Requires="p159">
      <p:transition p14:dur="500" advClick="1"/>
    </mc:Choice>
    <mc:Fallback>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TotalTime>
  <Words>380</Words>
  <Application>Microsoft Office PowerPoint</Application>
  <PresentationFormat>Widescreen</PresentationFormat>
  <Paragraphs>72</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Times New Roman</vt:lpstr>
      <vt:lpstr>Wingdings</vt:lpstr>
      <vt:lpstr>Office Theme</vt:lpstr>
      <vt:lpstr>BỐ CỤC MỘT BÀI THUYẾT TRÌNH</vt:lpstr>
      <vt:lpstr>Giới thiệu</vt:lpstr>
      <vt:lpstr>Phần mở đầu</vt:lpstr>
      <vt:lpstr>Phần chính</vt:lpstr>
      <vt:lpstr>Phần kết</vt:lpstr>
      <vt:lpstr>Cảm ơn sự chú ý của quý vị</vt:lpstr>
      <vt:lpstr>Ví dụ: sử dụng một đoạn trích dẫn khi giơi thiệu</vt:lpstr>
      <vt:lpstr>Ví dụ minh chứng một vấn đề</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Ho Thanh Trieu</dc:creator>
  <cp:lastModifiedBy>Windows User</cp:lastModifiedBy>
  <cp:revision>15</cp:revision>
  <dcterms:created xsi:type="dcterms:W3CDTF">2026-09-23T08:03:45Z</dcterms:created>
  <dcterms:modified xsi:type="dcterms:W3CDTF">2026-09-25T06:12:15Z</dcterms:modified>
</cp:coreProperties>
</file>